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70" r:id="rId2"/>
    <p:sldId id="265" r:id="rId3"/>
    <p:sldId id="257" r:id="rId4"/>
    <p:sldId id="266" r:id="rId5"/>
    <p:sldId id="259" r:id="rId6"/>
    <p:sldId id="260" r:id="rId7"/>
    <p:sldId id="261" r:id="rId8"/>
    <p:sldId id="264" r:id="rId9"/>
    <p:sldId id="268" r:id="rId10"/>
    <p:sldId id="269" r:id="rId11"/>
    <p:sldId id="267" r:id="rId12"/>
    <p:sldId id="271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CFBFA"/>
    <a:srgbClr val="F2EDE5"/>
    <a:srgbClr val="F4E8D0"/>
    <a:srgbClr val="E7CE9D"/>
    <a:srgbClr val="D9E7F7"/>
    <a:srgbClr val="FAF5EC"/>
    <a:srgbClr val="E8A33D"/>
    <a:srgbClr val="FDFBF7"/>
    <a:srgbClr val="B6882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305D9AD-9CA0-4FC8-9E5C-EB047F3C6AFD}" v="38" dt="2026-09-07T08:09:47.45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313" autoAdjust="0"/>
    <p:restoredTop sz="94641" autoAdjust="0"/>
  </p:normalViewPr>
  <p:slideViewPr>
    <p:cSldViewPr snapToGrid="0" snapToObjects="1">
      <p:cViewPr>
        <p:scale>
          <a:sx n="50" d="100"/>
          <a:sy n="50" d="100"/>
        </p:scale>
        <p:origin x="1968" y="6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r. Aryan" userId="b2073f8424c95c87" providerId="LiveId" clId="{053FD2AC-6FD6-4E73-A8E4-11BE512DCF4E}"/>
    <pc:docChg chg="undo custSel addSld delSld modSld sldOrd">
      <pc:chgData name="Mr. Aryan" userId="b2073f8424c95c87" providerId="LiveId" clId="{053FD2AC-6FD6-4E73-A8E4-11BE512DCF4E}" dt="2026-09-07T08:10:47.051" v="412" actId="47"/>
      <pc:docMkLst>
        <pc:docMk/>
      </pc:docMkLst>
      <pc:sldChg chg="addSp delSp modSp add del mod">
        <pc:chgData name="Mr. Aryan" userId="b2073f8424c95c87" providerId="LiveId" clId="{053FD2AC-6FD6-4E73-A8E4-11BE512DCF4E}" dt="2026-09-07T07:00:06.620" v="109"/>
        <pc:sldMkLst>
          <pc:docMk/>
          <pc:sldMk cId="0" sldId="256"/>
        </pc:sldMkLst>
        <pc:spChg chg="mod">
          <ac:chgData name="Mr. Aryan" userId="b2073f8424c95c87" providerId="LiveId" clId="{053FD2AC-6FD6-4E73-A8E4-11BE512DCF4E}" dt="2026-09-07T07:00:05.366" v="105" actId="1076"/>
          <ac:spMkLst>
            <pc:docMk/>
            <pc:sldMk cId="0" sldId="256"/>
            <ac:spMk id="2" creationId="{00000000-0000-0000-0000-000000000000}"/>
          </ac:spMkLst>
        </pc:spChg>
        <pc:spChg chg="mod">
          <ac:chgData name="Mr. Aryan" userId="b2073f8424c95c87" providerId="LiveId" clId="{053FD2AC-6FD6-4E73-A8E4-11BE512DCF4E}" dt="2026-09-07T07:00:06.317" v="108" actId="1076"/>
          <ac:spMkLst>
            <pc:docMk/>
            <pc:sldMk cId="0" sldId="256"/>
            <ac:spMk id="4" creationId="{00000000-0000-0000-0000-000000000000}"/>
          </ac:spMkLst>
        </pc:spChg>
        <pc:spChg chg="mod">
          <ac:chgData name="Mr. Aryan" userId="b2073f8424c95c87" providerId="LiveId" clId="{053FD2AC-6FD6-4E73-A8E4-11BE512DCF4E}" dt="2026-09-07T07:00:06.317" v="108" actId="1076"/>
          <ac:spMkLst>
            <pc:docMk/>
            <pc:sldMk cId="0" sldId="256"/>
            <ac:spMk id="5" creationId="{00000000-0000-0000-0000-000000000000}"/>
          </ac:spMkLst>
        </pc:spChg>
        <pc:spChg chg="add del mod">
          <ac:chgData name="Mr. Aryan" userId="b2073f8424c95c87" providerId="LiveId" clId="{053FD2AC-6FD6-4E73-A8E4-11BE512DCF4E}" dt="2026-09-07T07:00:06.317" v="108" actId="1076"/>
          <ac:spMkLst>
            <pc:docMk/>
            <pc:sldMk cId="0" sldId="256"/>
            <ac:spMk id="6" creationId="{00000000-0000-0000-0000-000000000000}"/>
          </ac:spMkLst>
        </pc:spChg>
        <pc:spChg chg="del">
          <ac:chgData name="Mr. Aryan" userId="b2073f8424c95c87" providerId="LiveId" clId="{053FD2AC-6FD6-4E73-A8E4-11BE512DCF4E}" dt="2026-09-06T13:12:20.111" v="39" actId="478"/>
          <ac:spMkLst>
            <pc:docMk/>
            <pc:sldMk cId="0" sldId="256"/>
            <ac:spMk id="14" creationId="{00000000-0000-0000-0000-000000000000}"/>
          </ac:spMkLst>
        </pc:spChg>
        <pc:spChg chg="mod">
          <ac:chgData name="Mr. Aryan" userId="b2073f8424c95c87" providerId="LiveId" clId="{053FD2AC-6FD6-4E73-A8E4-11BE512DCF4E}" dt="2026-09-06T13:12:06.475" v="36" actId="1076"/>
          <ac:spMkLst>
            <pc:docMk/>
            <pc:sldMk cId="0" sldId="256"/>
            <ac:spMk id="15" creationId="{00000000-0000-0000-0000-000000000000}"/>
          </ac:spMkLst>
        </pc:spChg>
        <pc:spChg chg="mod">
          <ac:chgData name="Mr. Aryan" userId="b2073f8424c95c87" providerId="LiveId" clId="{053FD2AC-6FD6-4E73-A8E4-11BE512DCF4E}" dt="2026-09-06T13:12:15.035" v="38" actId="14100"/>
          <ac:spMkLst>
            <pc:docMk/>
            <pc:sldMk cId="0" sldId="256"/>
            <ac:spMk id="16" creationId="{00000000-0000-0000-0000-000000000000}"/>
          </ac:spMkLst>
        </pc:spChg>
        <pc:picChg chg="mod">
          <ac:chgData name="Mr. Aryan" userId="b2073f8424c95c87" providerId="LiveId" clId="{053FD2AC-6FD6-4E73-A8E4-11BE512DCF4E}" dt="2026-09-07T07:00:05.017" v="104" actId="1076"/>
          <ac:picMkLst>
            <pc:docMk/>
            <pc:sldMk cId="0" sldId="256"/>
            <ac:picMk id="3" creationId="{00000000-0000-0000-0000-000000000000}"/>
          </ac:picMkLst>
        </pc:picChg>
      </pc:sldChg>
      <pc:sldChg chg="addSp delSp modSp mod ord modTransition setBg">
        <pc:chgData name="Mr. Aryan" userId="b2073f8424c95c87" providerId="LiveId" clId="{053FD2AC-6FD6-4E73-A8E4-11BE512DCF4E}" dt="2026-09-07T08:07:09.860" v="372"/>
        <pc:sldMkLst>
          <pc:docMk/>
          <pc:sldMk cId="0" sldId="257"/>
        </pc:sldMkLst>
        <pc:spChg chg="del">
          <ac:chgData name="Mr. Aryan" userId="b2073f8424c95c87" providerId="LiveId" clId="{053FD2AC-6FD6-4E73-A8E4-11BE512DCF4E}" dt="2026-09-07T07:00:26.605" v="111" actId="478"/>
          <ac:spMkLst>
            <pc:docMk/>
            <pc:sldMk cId="0" sldId="257"/>
            <ac:spMk id="4" creationId="{00000000-0000-0000-0000-000000000000}"/>
          </ac:spMkLst>
        </pc:spChg>
        <pc:spChg chg="del mod">
          <ac:chgData name="Mr. Aryan" userId="b2073f8424c95c87" providerId="LiveId" clId="{053FD2AC-6FD6-4E73-A8E4-11BE512DCF4E}" dt="2026-09-07T07:00:26.605" v="111" actId="478"/>
          <ac:spMkLst>
            <pc:docMk/>
            <pc:sldMk cId="0" sldId="257"/>
            <ac:spMk id="6" creationId="{00000000-0000-0000-0000-000000000000}"/>
          </ac:spMkLst>
        </pc:spChg>
        <pc:spChg chg="del">
          <ac:chgData name="Mr. Aryan" userId="b2073f8424c95c87" providerId="LiveId" clId="{053FD2AC-6FD6-4E73-A8E4-11BE512DCF4E}" dt="2026-09-07T07:00:26.605" v="111" actId="478"/>
          <ac:spMkLst>
            <pc:docMk/>
            <pc:sldMk cId="0" sldId="257"/>
            <ac:spMk id="8" creationId="{00000000-0000-0000-0000-000000000000}"/>
          </ac:spMkLst>
        </pc:spChg>
        <pc:spChg chg="del">
          <ac:chgData name="Mr. Aryan" userId="b2073f8424c95c87" providerId="LiveId" clId="{053FD2AC-6FD6-4E73-A8E4-11BE512DCF4E}" dt="2026-09-07T07:00:26.605" v="111" actId="478"/>
          <ac:spMkLst>
            <pc:docMk/>
            <pc:sldMk cId="0" sldId="257"/>
            <ac:spMk id="11" creationId="{00000000-0000-0000-0000-000000000000}"/>
          </ac:spMkLst>
        </pc:spChg>
        <pc:spChg chg="del">
          <ac:chgData name="Mr. Aryan" userId="b2073f8424c95c87" providerId="LiveId" clId="{053FD2AC-6FD6-4E73-A8E4-11BE512DCF4E}" dt="2026-09-07T07:00:26.605" v="111" actId="478"/>
          <ac:spMkLst>
            <pc:docMk/>
            <pc:sldMk cId="0" sldId="257"/>
            <ac:spMk id="16" creationId="{00000000-0000-0000-0000-000000000000}"/>
          </ac:spMkLst>
        </pc:spChg>
        <pc:spChg chg="del">
          <ac:chgData name="Mr. Aryan" userId="b2073f8424c95c87" providerId="LiveId" clId="{053FD2AC-6FD6-4E73-A8E4-11BE512DCF4E}" dt="2026-09-07T07:00:26.605" v="111" actId="478"/>
          <ac:spMkLst>
            <pc:docMk/>
            <pc:sldMk cId="0" sldId="257"/>
            <ac:spMk id="20" creationId="{00000000-0000-0000-0000-000000000000}"/>
          </ac:spMkLst>
        </pc:spChg>
        <pc:spChg chg="del">
          <ac:chgData name="Mr. Aryan" userId="b2073f8424c95c87" providerId="LiveId" clId="{053FD2AC-6FD6-4E73-A8E4-11BE512DCF4E}" dt="2026-09-07T07:00:26.605" v="111" actId="478"/>
          <ac:spMkLst>
            <pc:docMk/>
            <pc:sldMk cId="0" sldId="257"/>
            <ac:spMk id="21" creationId="{00000000-0000-0000-0000-000000000000}"/>
          </ac:spMkLst>
        </pc:spChg>
        <pc:spChg chg="mod">
          <ac:chgData name="Mr. Aryan" userId="b2073f8424c95c87" providerId="LiveId" clId="{053FD2AC-6FD6-4E73-A8E4-11BE512DCF4E}" dt="2026-09-06T13:09:30.824" v="3" actId="14100"/>
          <ac:spMkLst>
            <pc:docMk/>
            <pc:sldMk cId="0" sldId="257"/>
            <ac:spMk id="22" creationId="{00000000-0000-0000-0000-000000000000}"/>
          </ac:spMkLst>
        </pc:spChg>
        <pc:spChg chg="del mod">
          <ac:chgData name="Mr. Aryan" userId="b2073f8424c95c87" providerId="LiveId" clId="{053FD2AC-6FD6-4E73-A8E4-11BE512DCF4E}" dt="2026-09-06T13:10:03.498" v="4" actId="478"/>
          <ac:spMkLst>
            <pc:docMk/>
            <pc:sldMk cId="0" sldId="257"/>
            <ac:spMk id="23" creationId="{00000000-0000-0000-0000-000000000000}"/>
          </ac:spMkLst>
        </pc:spChg>
        <pc:spChg chg="del mod">
          <ac:chgData name="Mr. Aryan" userId="b2073f8424c95c87" providerId="LiveId" clId="{053FD2AC-6FD6-4E73-A8E4-11BE512DCF4E}" dt="2026-09-07T07:00:26.605" v="111" actId="478"/>
          <ac:spMkLst>
            <pc:docMk/>
            <pc:sldMk cId="0" sldId="257"/>
            <ac:spMk id="25" creationId="{00000000-0000-0000-0000-000000000000}"/>
          </ac:spMkLst>
        </pc:spChg>
        <pc:spChg chg="del mod">
          <ac:chgData name="Mr. Aryan" userId="b2073f8424c95c87" providerId="LiveId" clId="{053FD2AC-6FD6-4E73-A8E4-11BE512DCF4E}" dt="2026-09-07T07:00:26.605" v="111" actId="478"/>
          <ac:spMkLst>
            <pc:docMk/>
            <pc:sldMk cId="0" sldId="257"/>
            <ac:spMk id="26" creationId="{00000000-0000-0000-0000-000000000000}"/>
          </ac:spMkLst>
        </pc:spChg>
        <pc:spChg chg="del mod">
          <ac:chgData name="Mr. Aryan" userId="b2073f8424c95c87" providerId="LiveId" clId="{053FD2AC-6FD6-4E73-A8E4-11BE512DCF4E}" dt="2026-09-07T07:00:26.605" v="111" actId="478"/>
          <ac:spMkLst>
            <pc:docMk/>
            <pc:sldMk cId="0" sldId="257"/>
            <ac:spMk id="28" creationId="{00000000-0000-0000-0000-000000000000}"/>
          </ac:spMkLst>
        </pc:spChg>
        <pc:spChg chg="add mod">
          <ac:chgData name="Mr. Aryan" userId="b2073f8424c95c87" providerId="LiveId" clId="{053FD2AC-6FD6-4E73-A8E4-11BE512DCF4E}" dt="2026-09-06T13:11:46.340" v="31" actId="14100"/>
          <ac:spMkLst>
            <pc:docMk/>
            <pc:sldMk cId="0" sldId="257"/>
            <ac:spMk id="31" creationId="{6345C080-A5C2-D312-2434-2F02D835914C}"/>
          </ac:spMkLst>
        </pc:spChg>
        <pc:spChg chg="add mod">
          <ac:chgData name="Mr. Aryan" userId="b2073f8424c95c87" providerId="LiveId" clId="{053FD2AC-6FD6-4E73-A8E4-11BE512DCF4E}" dt="2026-09-07T07:56:55.148" v="281" actId="1076"/>
          <ac:spMkLst>
            <pc:docMk/>
            <pc:sldMk cId="0" sldId="257"/>
            <ac:spMk id="34" creationId="{7110FE9F-0D28-E344-9F7D-2756B9B8A2B9}"/>
          </ac:spMkLst>
        </pc:spChg>
        <pc:spChg chg="add mod">
          <ac:chgData name="Mr. Aryan" userId="b2073f8424c95c87" providerId="LiveId" clId="{053FD2AC-6FD6-4E73-A8E4-11BE512DCF4E}" dt="2026-09-07T07:56:51.937" v="280" actId="14100"/>
          <ac:spMkLst>
            <pc:docMk/>
            <pc:sldMk cId="0" sldId="257"/>
            <ac:spMk id="36" creationId="{678D97EB-CA7F-016A-3C80-FB81443B6647}"/>
          </ac:spMkLst>
        </pc:spChg>
        <pc:spChg chg="add del mod">
          <ac:chgData name="Mr. Aryan" userId="b2073f8424c95c87" providerId="LiveId" clId="{053FD2AC-6FD6-4E73-A8E4-11BE512DCF4E}" dt="2026-09-07T07:01:17.114" v="120" actId="478"/>
          <ac:spMkLst>
            <pc:docMk/>
            <pc:sldMk cId="0" sldId="257"/>
            <ac:spMk id="38" creationId="{06ED81DE-E128-5195-A8C5-21AD224F3B76}"/>
          </ac:spMkLst>
        </pc:spChg>
        <pc:grpChg chg="add mod">
          <ac:chgData name="Mr. Aryan" userId="b2073f8424c95c87" providerId="LiveId" clId="{053FD2AC-6FD6-4E73-A8E4-11BE512DCF4E}" dt="2026-09-06T13:11:36.063" v="27" actId="164"/>
          <ac:grpSpMkLst>
            <pc:docMk/>
            <pc:sldMk cId="0" sldId="257"/>
            <ac:grpSpMk id="32" creationId="{8852BAE6-B230-5FFA-308B-8BF15102B9E6}"/>
          </ac:grpSpMkLst>
        </pc:grpChg>
        <pc:picChg chg="del mod">
          <ac:chgData name="Mr. Aryan" userId="b2073f8424c95c87" providerId="LiveId" clId="{053FD2AC-6FD6-4E73-A8E4-11BE512DCF4E}" dt="2026-09-06T13:10:03.498" v="4" actId="478"/>
          <ac:picMkLst>
            <pc:docMk/>
            <pc:sldMk cId="0" sldId="257"/>
            <ac:picMk id="24" creationId="{00000000-0000-0000-0000-000000000000}"/>
          </ac:picMkLst>
        </pc:picChg>
        <pc:picChg chg="mod">
          <ac:chgData name="Mr. Aryan" userId="b2073f8424c95c87" providerId="LiveId" clId="{053FD2AC-6FD6-4E73-A8E4-11BE512DCF4E}" dt="2026-09-06T13:11:36.576" v="28" actId="14100"/>
          <ac:picMkLst>
            <pc:docMk/>
            <pc:sldMk cId="0" sldId="257"/>
            <ac:picMk id="27" creationId="{00000000-0000-0000-0000-000000000000}"/>
          </ac:picMkLst>
        </pc:picChg>
        <pc:picChg chg="add mod">
          <ac:chgData name="Mr. Aryan" userId="b2073f8424c95c87" providerId="LiveId" clId="{053FD2AC-6FD6-4E73-A8E4-11BE512DCF4E}" dt="2026-09-07T07:00:47.608" v="116" actId="1076"/>
          <ac:picMkLst>
            <pc:docMk/>
            <pc:sldMk cId="0" sldId="257"/>
            <ac:picMk id="40" creationId="{A899C2DE-C0DB-E4F7-ECE4-3319B2DBBC4D}"/>
          </ac:picMkLst>
        </pc:picChg>
        <pc:picChg chg="add del">
          <ac:chgData name="Mr. Aryan" userId="b2073f8424c95c87" providerId="LiveId" clId="{053FD2AC-6FD6-4E73-A8E4-11BE512DCF4E}" dt="2026-09-07T07:01:02.134" v="118" actId="478"/>
          <ac:picMkLst>
            <pc:docMk/>
            <pc:sldMk cId="0" sldId="257"/>
            <ac:picMk id="42" creationId="{B35A8F29-B4C3-C6FB-8471-5B4746CD1491}"/>
          </ac:picMkLst>
        </pc:picChg>
      </pc:sldChg>
      <pc:sldChg chg="addSp delSp modSp del mod ord">
        <pc:chgData name="Mr. Aryan" userId="b2073f8424c95c87" providerId="LiveId" clId="{053FD2AC-6FD6-4E73-A8E4-11BE512DCF4E}" dt="2026-09-07T07:02:48.594" v="129" actId="47"/>
        <pc:sldMkLst>
          <pc:docMk/>
          <pc:sldMk cId="0" sldId="258"/>
        </pc:sldMkLst>
        <pc:graphicFrameChg chg="add del modGraphic">
          <ac:chgData name="Mr. Aryan" userId="b2073f8424c95c87" providerId="LiveId" clId="{053FD2AC-6FD6-4E73-A8E4-11BE512DCF4E}" dt="2026-09-07T06:44:54.940" v="96" actId="27309"/>
          <ac:graphicFrameMkLst>
            <pc:docMk/>
            <pc:sldMk cId="0" sldId="258"/>
            <ac:graphicFrameMk id="15" creationId="{CCD1A9AE-AB2E-2AB0-23B1-68557649FA89}"/>
          </ac:graphicFrameMkLst>
        </pc:graphicFrameChg>
      </pc:sldChg>
      <pc:sldChg chg="addSp delSp modSp mod setBg">
        <pc:chgData name="Mr. Aryan" userId="b2073f8424c95c87" providerId="LiveId" clId="{053FD2AC-6FD6-4E73-A8E4-11BE512DCF4E}" dt="2026-09-07T08:00:17.882" v="311" actId="6549"/>
        <pc:sldMkLst>
          <pc:docMk/>
          <pc:sldMk cId="0" sldId="259"/>
        </pc:sldMkLst>
        <pc:spChg chg="mod">
          <ac:chgData name="Mr. Aryan" userId="b2073f8424c95c87" providerId="LiveId" clId="{053FD2AC-6FD6-4E73-A8E4-11BE512DCF4E}" dt="2026-09-07T07:57:29.790" v="285" actId="1076"/>
          <ac:spMkLst>
            <pc:docMk/>
            <pc:sldMk cId="0" sldId="259"/>
            <ac:spMk id="2" creationId="{00000000-0000-0000-0000-000000000000}"/>
          </ac:spMkLst>
        </pc:spChg>
        <pc:spChg chg="mod">
          <ac:chgData name="Mr. Aryan" userId="b2073f8424c95c87" providerId="LiveId" clId="{053FD2AC-6FD6-4E73-A8E4-11BE512DCF4E}" dt="2026-09-07T07:57:29.790" v="285" actId="1076"/>
          <ac:spMkLst>
            <pc:docMk/>
            <pc:sldMk cId="0" sldId="259"/>
            <ac:spMk id="4" creationId="{00000000-0000-0000-0000-000000000000}"/>
          </ac:spMkLst>
        </pc:spChg>
        <pc:spChg chg="mod">
          <ac:chgData name="Mr. Aryan" userId="b2073f8424c95c87" providerId="LiveId" clId="{053FD2AC-6FD6-4E73-A8E4-11BE512DCF4E}" dt="2026-09-07T07:57:39.247" v="288" actId="14100"/>
          <ac:spMkLst>
            <pc:docMk/>
            <pc:sldMk cId="0" sldId="259"/>
            <ac:spMk id="5" creationId="{00000000-0000-0000-0000-000000000000}"/>
          </ac:spMkLst>
        </pc:spChg>
        <pc:spChg chg="mod">
          <ac:chgData name="Mr. Aryan" userId="b2073f8424c95c87" providerId="LiveId" clId="{053FD2AC-6FD6-4E73-A8E4-11BE512DCF4E}" dt="2026-09-07T08:00:17.882" v="311" actId="6549"/>
          <ac:spMkLst>
            <pc:docMk/>
            <pc:sldMk cId="0" sldId="259"/>
            <ac:spMk id="7" creationId="{00000000-0000-0000-0000-000000000000}"/>
          </ac:spMkLst>
        </pc:spChg>
        <pc:spChg chg="add del mod">
          <ac:chgData name="Mr. Aryan" userId="b2073f8424c95c87" providerId="LiveId" clId="{053FD2AC-6FD6-4E73-A8E4-11BE512DCF4E}" dt="2026-09-07T07:57:46.196" v="291"/>
          <ac:spMkLst>
            <pc:docMk/>
            <pc:sldMk cId="0" sldId="259"/>
            <ac:spMk id="8" creationId="{3AC355C9-3C5E-73D4-6494-6F89611EB862}"/>
          </ac:spMkLst>
        </pc:spChg>
        <pc:graphicFrameChg chg="mod modGraphic">
          <ac:chgData name="Mr. Aryan" userId="b2073f8424c95c87" providerId="LiveId" clId="{053FD2AC-6FD6-4E73-A8E4-11BE512DCF4E}" dt="2026-09-07T07:57:29.790" v="285" actId="1076"/>
          <ac:graphicFrameMkLst>
            <pc:docMk/>
            <pc:sldMk cId="0" sldId="259"/>
            <ac:graphicFrameMk id="6" creationId="{00000000-0000-0000-0000-000000000000}"/>
          </ac:graphicFrameMkLst>
        </pc:graphicFrameChg>
        <pc:picChg chg="mod">
          <ac:chgData name="Mr. Aryan" userId="b2073f8424c95c87" providerId="LiveId" clId="{053FD2AC-6FD6-4E73-A8E4-11BE512DCF4E}" dt="2026-09-07T07:57:29.790" v="285" actId="1076"/>
          <ac:picMkLst>
            <pc:docMk/>
            <pc:sldMk cId="0" sldId="259"/>
            <ac:picMk id="3" creationId="{00000000-0000-0000-0000-000000000000}"/>
          </ac:picMkLst>
        </pc:picChg>
      </pc:sldChg>
      <pc:sldChg chg="modSp mod setBg">
        <pc:chgData name="Mr. Aryan" userId="b2073f8424c95c87" providerId="LiveId" clId="{053FD2AC-6FD6-4E73-A8E4-11BE512DCF4E}" dt="2026-09-07T07:58:40.500" v="296"/>
        <pc:sldMkLst>
          <pc:docMk/>
          <pc:sldMk cId="0" sldId="260"/>
        </pc:sldMkLst>
        <pc:spChg chg="mod">
          <ac:chgData name="Mr. Aryan" userId="b2073f8424c95c87" providerId="LiveId" clId="{053FD2AC-6FD6-4E73-A8E4-11BE512DCF4E}" dt="2026-09-07T07:58:01.426" v="292" actId="207"/>
          <ac:spMkLst>
            <pc:docMk/>
            <pc:sldMk cId="0" sldId="260"/>
            <ac:spMk id="2" creationId="{00000000-0000-0000-0000-000000000000}"/>
          </ac:spMkLst>
        </pc:spChg>
        <pc:spChg chg="mod">
          <ac:chgData name="Mr. Aryan" userId="b2073f8424c95c87" providerId="LiveId" clId="{053FD2AC-6FD6-4E73-A8E4-11BE512DCF4E}" dt="2026-09-06T13:36:29.844" v="64" actId="14100"/>
          <ac:spMkLst>
            <pc:docMk/>
            <pc:sldMk cId="0" sldId="260"/>
            <ac:spMk id="5" creationId="{00000000-0000-0000-0000-000000000000}"/>
          </ac:spMkLst>
        </pc:spChg>
        <pc:spChg chg="mod">
          <ac:chgData name="Mr. Aryan" userId="b2073f8424c95c87" providerId="LiveId" clId="{053FD2AC-6FD6-4E73-A8E4-11BE512DCF4E}" dt="2026-09-07T07:52:27.365" v="233" actId="1076"/>
          <ac:spMkLst>
            <pc:docMk/>
            <pc:sldMk cId="0" sldId="260"/>
            <ac:spMk id="7" creationId="{00000000-0000-0000-0000-000000000000}"/>
          </ac:spMkLst>
        </pc:spChg>
        <pc:spChg chg="mod">
          <ac:chgData name="Mr. Aryan" userId="b2073f8424c95c87" providerId="LiveId" clId="{053FD2AC-6FD6-4E73-A8E4-11BE512DCF4E}" dt="2026-09-07T07:52:27.365" v="233" actId="1076"/>
          <ac:spMkLst>
            <pc:docMk/>
            <pc:sldMk cId="0" sldId="260"/>
            <ac:spMk id="8" creationId="{00000000-0000-0000-0000-000000000000}"/>
          </ac:spMkLst>
        </pc:spChg>
        <pc:graphicFrameChg chg="mod modGraphic">
          <ac:chgData name="Mr. Aryan" userId="b2073f8424c95c87" providerId="LiveId" clId="{053FD2AC-6FD6-4E73-A8E4-11BE512DCF4E}" dt="2026-09-07T07:58:40.500" v="296"/>
          <ac:graphicFrameMkLst>
            <pc:docMk/>
            <pc:sldMk cId="0" sldId="260"/>
            <ac:graphicFrameMk id="6" creationId="{00000000-0000-0000-0000-000000000000}"/>
          </ac:graphicFrameMkLst>
        </pc:graphicFrameChg>
      </pc:sldChg>
      <pc:sldChg chg="addSp delSp modSp mod setBg">
        <pc:chgData name="Mr. Aryan" userId="b2073f8424c95c87" providerId="LiveId" clId="{053FD2AC-6FD6-4E73-A8E4-11BE512DCF4E}" dt="2026-09-07T07:59:13.576" v="307" actId="27636"/>
        <pc:sldMkLst>
          <pc:docMk/>
          <pc:sldMk cId="0" sldId="261"/>
        </pc:sldMkLst>
        <pc:spChg chg="del">
          <ac:chgData name="Mr. Aryan" userId="b2073f8424c95c87" providerId="LiveId" clId="{053FD2AC-6FD6-4E73-A8E4-11BE512DCF4E}" dt="2026-09-07T07:03:28.468" v="130" actId="478"/>
          <ac:spMkLst>
            <pc:docMk/>
            <pc:sldMk cId="0" sldId="261"/>
            <ac:spMk id="5" creationId="{00000000-0000-0000-0000-000000000000}"/>
          </ac:spMkLst>
        </pc:spChg>
        <pc:spChg chg="del">
          <ac:chgData name="Mr. Aryan" userId="b2073f8424c95c87" providerId="LiveId" clId="{053FD2AC-6FD6-4E73-A8E4-11BE512DCF4E}" dt="2026-09-07T07:03:28.468" v="130" actId="478"/>
          <ac:spMkLst>
            <pc:docMk/>
            <pc:sldMk cId="0" sldId="261"/>
            <ac:spMk id="6" creationId="{00000000-0000-0000-0000-000000000000}"/>
          </ac:spMkLst>
        </pc:spChg>
        <pc:spChg chg="del">
          <ac:chgData name="Mr. Aryan" userId="b2073f8424c95c87" providerId="LiveId" clId="{053FD2AC-6FD6-4E73-A8E4-11BE512DCF4E}" dt="2026-09-07T07:03:28.468" v="130" actId="478"/>
          <ac:spMkLst>
            <pc:docMk/>
            <pc:sldMk cId="0" sldId="261"/>
            <ac:spMk id="7" creationId="{00000000-0000-0000-0000-000000000000}"/>
          </ac:spMkLst>
        </pc:spChg>
        <pc:spChg chg="del">
          <ac:chgData name="Mr. Aryan" userId="b2073f8424c95c87" providerId="LiveId" clId="{053FD2AC-6FD6-4E73-A8E4-11BE512DCF4E}" dt="2026-09-07T07:03:28.468" v="130" actId="478"/>
          <ac:spMkLst>
            <pc:docMk/>
            <pc:sldMk cId="0" sldId="261"/>
            <ac:spMk id="9" creationId="{00000000-0000-0000-0000-000000000000}"/>
          </ac:spMkLst>
        </pc:spChg>
        <pc:spChg chg="del mod">
          <ac:chgData name="Mr. Aryan" userId="b2073f8424c95c87" providerId="LiveId" clId="{053FD2AC-6FD6-4E73-A8E4-11BE512DCF4E}" dt="2026-09-07T07:03:28.468" v="130" actId="478"/>
          <ac:spMkLst>
            <pc:docMk/>
            <pc:sldMk cId="0" sldId="261"/>
            <ac:spMk id="10" creationId="{00000000-0000-0000-0000-000000000000}"/>
          </ac:spMkLst>
        </pc:spChg>
        <pc:spChg chg="del">
          <ac:chgData name="Mr. Aryan" userId="b2073f8424c95c87" providerId="LiveId" clId="{053FD2AC-6FD6-4E73-A8E4-11BE512DCF4E}" dt="2026-09-07T07:03:28.468" v="130" actId="478"/>
          <ac:spMkLst>
            <pc:docMk/>
            <pc:sldMk cId="0" sldId="261"/>
            <ac:spMk id="14" creationId="{00000000-0000-0000-0000-000000000000}"/>
          </ac:spMkLst>
        </pc:spChg>
        <pc:spChg chg="del mod">
          <ac:chgData name="Mr. Aryan" userId="b2073f8424c95c87" providerId="LiveId" clId="{053FD2AC-6FD6-4E73-A8E4-11BE512DCF4E}" dt="2026-09-07T07:03:28.468" v="130" actId="478"/>
          <ac:spMkLst>
            <pc:docMk/>
            <pc:sldMk cId="0" sldId="261"/>
            <ac:spMk id="15" creationId="{00000000-0000-0000-0000-000000000000}"/>
          </ac:spMkLst>
        </pc:spChg>
        <pc:spChg chg="del">
          <ac:chgData name="Mr. Aryan" userId="b2073f8424c95c87" providerId="LiveId" clId="{053FD2AC-6FD6-4E73-A8E4-11BE512DCF4E}" dt="2026-09-07T07:03:28.468" v="130" actId="478"/>
          <ac:spMkLst>
            <pc:docMk/>
            <pc:sldMk cId="0" sldId="261"/>
            <ac:spMk id="19" creationId="{00000000-0000-0000-0000-000000000000}"/>
          </ac:spMkLst>
        </pc:spChg>
        <pc:spChg chg="mod">
          <ac:chgData name="Mr. Aryan" userId="b2073f8424c95c87" providerId="LiveId" clId="{053FD2AC-6FD6-4E73-A8E4-11BE512DCF4E}" dt="2026-09-07T06:41:56.950" v="88" actId="14100"/>
          <ac:spMkLst>
            <pc:docMk/>
            <pc:sldMk cId="0" sldId="261"/>
            <ac:spMk id="20" creationId="{00000000-0000-0000-0000-000000000000}"/>
          </ac:spMkLst>
        </pc:spChg>
        <pc:spChg chg="del">
          <ac:chgData name="Mr. Aryan" userId="b2073f8424c95c87" providerId="LiveId" clId="{053FD2AC-6FD6-4E73-A8E4-11BE512DCF4E}" dt="2026-09-07T07:03:28.468" v="130" actId="478"/>
          <ac:spMkLst>
            <pc:docMk/>
            <pc:sldMk cId="0" sldId="261"/>
            <ac:spMk id="22" creationId="{00000000-0000-0000-0000-000000000000}"/>
          </ac:spMkLst>
        </pc:spChg>
        <pc:spChg chg="del">
          <ac:chgData name="Mr. Aryan" userId="b2073f8424c95c87" providerId="LiveId" clId="{053FD2AC-6FD6-4E73-A8E4-11BE512DCF4E}" dt="2026-09-07T07:03:28.468" v="130" actId="478"/>
          <ac:spMkLst>
            <pc:docMk/>
            <pc:sldMk cId="0" sldId="261"/>
            <ac:spMk id="24" creationId="{00000000-0000-0000-0000-000000000000}"/>
          </ac:spMkLst>
        </pc:spChg>
        <pc:spChg chg="mod">
          <ac:chgData name="Mr. Aryan" userId="b2073f8424c95c87" providerId="LiveId" clId="{053FD2AC-6FD6-4E73-A8E4-11BE512DCF4E}" dt="2026-09-07T06:42:03.715" v="90" actId="14100"/>
          <ac:spMkLst>
            <pc:docMk/>
            <pc:sldMk cId="0" sldId="261"/>
            <ac:spMk id="25" creationId="{00000000-0000-0000-0000-000000000000}"/>
          </ac:spMkLst>
        </pc:spChg>
        <pc:spChg chg="add mod">
          <ac:chgData name="Mr. Aryan" userId="b2073f8424c95c87" providerId="LiveId" clId="{053FD2AC-6FD6-4E73-A8E4-11BE512DCF4E}" dt="2026-09-07T07:59:13.574" v="306" actId="403"/>
          <ac:spMkLst>
            <pc:docMk/>
            <pc:sldMk cId="0" sldId="261"/>
            <ac:spMk id="28" creationId="{538C6B2D-723B-CC68-19C4-5320A81CFB15}"/>
          </ac:spMkLst>
        </pc:spChg>
        <pc:spChg chg="add mod">
          <ac:chgData name="Mr. Aryan" userId="b2073f8424c95c87" providerId="LiveId" clId="{053FD2AC-6FD6-4E73-A8E4-11BE512DCF4E}" dt="2026-09-07T07:59:13.574" v="306" actId="403"/>
          <ac:spMkLst>
            <pc:docMk/>
            <pc:sldMk cId="0" sldId="261"/>
            <ac:spMk id="30" creationId="{A7FE3989-BC89-1BC0-C708-7AF2AC90201F}"/>
          </ac:spMkLst>
        </pc:spChg>
        <pc:spChg chg="add mod">
          <ac:chgData name="Mr. Aryan" userId="b2073f8424c95c87" providerId="LiveId" clId="{053FD2AC-6FD6-4E73-A8E4-11BE512DCF4E}" dt="2026-09-07T07:59:13.574" v="306" actId="403"/>
          <ac:spMkLst>
            <pc:docMk/>
            <pc:sldMk cId="0" sldId="261"/>
            <ac:spMk id="34" creationId="{1C98D072-8CD3-D7C5-9485-8E016DDC4058}"/>
          </ac:spMkLst>
        </pc:spChg>
        <pc:spChg chg="add mod">
          <ac:chgData name="Mr. Aryan" userId="b2073f8424c95c87" providerId="LiveId" clId="{053FD2AC-6FD6-4E73-A8E4-11BE512DCF4E}" dt="2026-09-07T07:59:13.574" v="306" actId="403"/>
          <ac:spMkLst>
            <pc:docMk/>
            <pc:sldMk cId="0" sldId="261"/>
            <ac:spMk id="36" creationId="{5B08EAA6-C5A8-138C-543F-8EAE2F1C600B}"/>
          </ac:spMkLst>
        </pc:spChg>
        <pc:spChg chg="add mod">
          <ac:chgData name="Mr. Aryan" userId="b2073f8424c95c87" providerId="LiveId" clId="{053FD2AC-6FD6-4E73-A8E4-11BE512DCF4E}" dt="2026-09-07T07:59:13.574" v="306" actId="403"/>
          <ac:spMkLst>
            <pc:docMk/>
            <pc:sldMk cId="0" sldId="261"/>
            <ac:spMk id="38" creationId="{CA917ABD-BA7C-281D-C3CC-CE4E1E5F6DE7}"/>
          </ac:spMkLst>
        </pc:spChg>
        <pc:spChg chg="add mod">
          <ac:chgData name="Mr. Aryan" userId="b2073f8424c95c87" providerId="LiveId" clId="{053FD2AC-6FD6-4E73-A8E4-11BE512DCF4E}" dt="2026-09-07T07:59:13.574" v="306" actId="403"/>
          <ac:spMkLst>
            <pc:docMk/>
            <pc:sldMk cId="0" sldId="261"/>
            <ac:spMk id="40" creationId="{BEF5CB30-438A-1AC8-E89F-C613FA5DF57B}"/>
          </ac:spMkLst>
        </pc:spChg>
        <pc:spChg chg="add mod">
          <ac:chgData name="Mr. Aryan" userId="b2073f8424c95c87" providerId="LiveId" clId="{053FD2AC-6FD6-4E73-A8E4-11BE512DCF4E}" dt="2026-09-07T07:59:13.574" v="306" actId="403"/>
          <ac:spMkLst>
            <pc:docMk/>
            <pc:sldMk cId="0" sldId="261"/>
            <ac:spMk id="42" creationId="{2CEFA3BC-C55B-A977-E9AF-14BE55E93B9D}"/>
          </ac:spMkLst>
        </pc:spChg>
        <pc:spChg chg="add mod">
          <ac:chgData name="Mr. Aryan" userId="b2073f8424c95c87" providerId="LiveId" clId="{053FD2AC-6FD6-4E73-A8E4-11BE512DCF4E}" dt="2026-09-07T07:59:13.576" v="307" actId="27636"/>
          <ac:spMkLst>
            <pc:docMk/>
            <pc:sldMk cId="0" sldId="261"/>
            <ac:spMk id="44" creationId="{F3550D2A-4EA2-9B16-ACCF-6B6DAA8EEC6B}"/>
          </ac:spMkLst>
        </pc:spChg>
        <pc:picChg chg="add mod">
          <ac:chgData name="Mr. Aryan" userId="b2073f8424c95c87" providerId="LiveId" clId="{053FD2AC-6FD6-4E73-A8E4-11BE512DCF4E}" dt="2026-09-07T07:59:05.614" v="303" actId="1076"/>
          <ac:picMkLst>
            <pc:docMk/>
            <pc:sldMk cId="0" sldId="261"/>
            <ac:picMk id="32" creationId="{D408FD46-C280-A00A-3893-67710A4947C6}"/>
          </ac:picMkLst>
        </pc:picChg>
      </pc:sldChg>
      <pc:sldChg chg="del">
        <pc:chgData name="Mr. Aryan" userId="b2073f8424c95c87" providerId="LiveId" clId="{053FD2AC-6FD6-4E73-A8E4-11BE512DCF4E}" dt="2026-09-07T06:42:21.940" v="91" actId="47"/>
        <pc:sldMkLst>
          <pc:docMk/>
          <pc:sldMk cId="0" sldId="262"/>
        </pc:sldMkLst>
      </pc:sldChg>
      <pc:sldChg chg="del">
        <pc:chgData name="Mr. Aryan" userId="b2073f8424c95c87" providerId="LiveId" clId="{053FD2AC-6FD6-4E73-A8E4-11BE512DCF4E}" dt="2026-09-07T06:42:43.053" v="92" actId="47"/>
        <pc:sldMkLst>
          <pc:docMk/>
          <pc:sldMk cId="0" sldId="263"/>
        </pc:sldMkLst>
      </pc:sldChg>
      <pc:sldChg chg="addSp delSp modSp mod setBg">
        <pc:chgData name="Mr. Aryan" userId="b2073f8424c95c87" providerId="LiveId" clId="{053FD2AC-6FD6-4E73-A8E4-11BE512DCF4E}" dt="2026-09-07T07:53:00.206" v="239"/>
        <pc:sldMkLst>
          <pc:docMk/>
          <pc:sldMk cId="0" sldId="264"/>
        </pc:sldMkLst>
        <pc:spChg chg="del">
          <ac:chgData name="Mr. Aryan" userId="b2073f8424c95c87" providerId="LiveId" clId="{053FD2AC-6FD6-4E73-A8E4-11BE512DCF4E}" dt="2026-09-07T07:03:41.575" v="133" actId="478"/>
          <ac:spMkLst>
            <pc:docMk/>
            <pc:sldMk cId="0" sldId="264"/>
            <ac:spMk id="2" creationId="{00000000-0000-0000-0000-000000000000}"/>
          </ac:spMkLst>
        </pc:spChg>
        <pc:spChg chg="del">
          <ac:chgData name="Mr. Aryan" userId="b2073f8424c95c87" providerId="LiveId" clId="{053FD2AC-6FD6-4E73-A8E4-11BE512DCF4E}" dt="2026-09-07T07:03:41.575" v="133" actId="478"/>
          <ac:spMkLst>
            <pc:docMk/>
            <pc:sldMk cId="0" sldId="264"/>
            <ac:spMk id="4" creationId="{00000000-0000-0000-0000-000000000000}"/>
          </ac:spMkLst>
        </pc:spChg>
        <pc:spChg chg="del">
          <ac:chgData name="Mr. Aryan" userId="b2073f8424c95c87" providerId="LiveId" clId="{053FD2AC-6FD6-4E73-A8E4-11BE512DCF4E}" dt="2026-09-07T07:03:41.575" v="133" actId="478"/>
          <ac:spMkLst>
            <pc:docMk/>
            <pc:sldMk cId="0" sldId="264"/>
            <ac:spMk id="5" creationId="{00000000-0000-0000-0000-000000000000}"/>
          </ac:spMkLst>
        </pc:spChg>
        <pc:spChg chg="del">
          <ac:chgData name="Mr. Aryan" userId="b2073f8424c95c87" providerId="LiveId" clId="{053FD2AC-6FD6-4E73-A8E4-11BE512DCF4E}" dt="2026-09-07T07:03:41.575" v="133" actId="478"/>
          <ac:spMkLst>
            <pc:docMk/>
            <pc:sldMk cId="0" sldId="264"/>
            <ac:spMk id="6" creationId="{00000000-0000-0000-0000-000000000000}"/>
          </ac:spMkLst>
        </pc:spChg>
        <pc:spChg chg="del">
          <ac:chgData name="Mr. Aryan" userId="b2073f8424c95c87" providerId="LiveId" clId="{053FD2AC-6FD6-4E73-A8E4-11BE512DCF4E}" dt="2026-09-07T07:03:41.575" v="133" actId="478"/>
          <ac:spMkLst>
            <pc:docMk/>
            <pc:sldMk cId="0" sldId="264"/>
            <ac:spMk id="7" creationId="{00000000-0000-0000-0000-000000000000}"/>
          </ac:spMkLst>
        </pc:spChg>
        <pc:spChg chg="add mod">
          <ac:chgData name="Mr. Aryan" userId="b2073f8424c95c87" providerId="LiveId" clId="{053FD2AC-6FD6-4E73-A8E4-11BE512DCF4E}" dt="2026-09-07T07:04:08.689" v="135" actId="1076"/>
          <ac:spMkLst>
            <pc:docMk/>
            <pc:sldMk cId="0" sldId="264"/>
            <ac:spMk id="9" creationId="{5211C37F-2AF6-1BB4-CC66-9E3FD76D53D8}"/>
          </ac:spMkLst>
        </pc:spChg>
        <pc:spChg chg="add mod">
          <ac:chgData name="Mr. Aryan" userId="b2073f8424c95c87" providerId="LiveId" clId="{053FD2AC-6FD6-4E73-A8E4-11BE512DCF4E}" dt="2026-09-07T07:04:08.689" v="135" actId="1076"/>
          <ac:spMkLst>
            <pc:docMk/>
            <pc:sldMk cId="0" sldId="264"/>
            <ac:spMk id="17" creationId="{3357136D-32B2-EC28-531B-7FFFEE34EFC8}"/>
          </ac:spMkLst>
        </pc:spChg>
        <pc:spChg chg="add mod">
          <ac:chgData name="Mr. Aryan" userId="b2073f8424c95c87" providerId="LiveId" clId="{053FD2AC-6FD6-4E73-A8E4-11BE512DCF4E}" dt="2026-09-07T07:04:08.689" v="135" actId="1076"/>
          <ac:spMkLst>
            <pc:docMk/>
            <pc:sldMk cId="0" sldId="264"/>
            <ac:spMk id="19" creationId="{C0CF9E0C-EAED-1496-9D5C-0214FEE7D43B}"/>
          </ac:spMkLst>
        </pc:spChg>
        <pc:spChg chg="add mod">
          <ac:chgData name="Mr. Aryan" userId="b2073f8424c95c87" providerId="LiveId" clId="{053FD2AC-6FD6-4E73-A8E4-11BE512DCF4E}" dt="2026-09-07T07:04:08.689" v="135" actId="1076"/>
          <ac:spMkLst>
            <pc:docMk/>
            <pc:sldMk cId="0" sldId="264"/>
            <ac:spMk id="29" creationId="{9E8B1C48-7C1D-BDE4-B65F-175FAF646C36}"/>
          </ac:spMkLst>
        </pc:spChg>
        <pc:spChg chg="add mod">
          <ac:chgData name="Mr. Aryan" userId="b2073f8424c95c87" providerId="LiveId" clId="{053FD2AC-6FD6-4E73-A8E4-11BE512DCF4E}" dt="2026-09-07T07:04:08.689" v="135" actId="1076"/>
          <ac:spMkLst>
            <pc:docMk/>
            <pc:sldMk cId="0" sldId="264"/>
            <ac:spMk id="33" creationId="{18C1BC84-04D8-5E18-A7F6-BAE07CA56E8F}"/>
          </ac:spMkLst>
        </pc:spChg>
        <pc:spChg chg="add mod">
          <ac:chgData name="Mr. Aryan" userId="b2073f8424c95c87" providerId="LiveId" clId="{053FD2AC-6FD6-4E73-A8E4-11BE512DCF4E}" dt="2026-09-07T07:04:08.689" v="135" actId="1076"/>
          <ac:spMkLst>
            <pc:docMk/>
            <pc:sldMk cId="0" sldId="264"/>
            <ac:spMk id="37" creationId="{B835DFC0-56EF-C561-3CB0-02DB9AAE9497}"/>
          </ac:spMkLst>
        </pc:spChg>
        <pc:spChg chg="add mod">
          <ac:chgData name="Mr. Aryan" userId="b2073f8424c95c87" providerId="LiveId" clId="{053FD2AC-6FD6-4E73-A8E4-11BE512DCF4E}" dt="2026-09-07T07:04:08.689" v="135" actId="1076"/>
          <ac:spMkLst>
            <pc:docMk/>
            <pc:sldMk cId="0" sldId="264"/>
            <ac:spMk id="39" creationId="{5F504F59-CC32-BFB1-75C3-49EF97E874A3}"/>
          </ac:spMkLst>
        </pc:spChg>
        <pc:spChg chg="add mod">
          <ac:chgData name="Mr. Aryan" userId="b2073f8424c95c87" providerId="LiveId" clId="{053FD2AC-6FD6-4E73-A8E4-11BE512DCF4E}" dt="2026-09-07T07:04:08.689" v="135" actId="1076"/>
          <ac:spMkLst>
            <pc:docMk/>
            <pc:sldMk cId="0" sldId="264"/>
            <ac:spMk id="41" creationId="{EF6372A2-4840-C571-2294-D9BA4AAA2635}"/>
          </ac:spMkLst>
        </pc:spChg>
        <pc:spChg chg="add mod">
          <ac:chgData name="Mr. Aryan" userId="b2073f8424c95c87" providerId="LiveId" clId="{053FD2AC-6FD6-4E73-A8E4-11BE512DCF4E}" dt="2026-09-07T07:04:08.689" v="135" actId="1076"/>
          <ac:spMkLst>
            <pc:docMk/>
            <pc:sldMk cId="0" sldId="264"/>
            <ac:spMk id="47" creationId="{226453C6-1D37-C499-96E0-BB531ADCBEA6}"/>
          </ac:spMkLst>
        </pc:spChg>
        <pc:spChg chg="add mod">
          <ac:chgData name="Mr. Aryan" userId="b2073f8424c95c87" providerId="LiveId" clId="{053FD2AC-6FD6-4E73-A8E4-11BE512DCF4E}" dt="2026-09-07T07:04:08.689" v="135" actId="1076"/>
          <ac:spMkLst>
            <pc:docMk/>
            <pc:sldMk cId="0" sldId="264"/>
            <ac:spMk id="49" creationId="{A7D2076F-67EA-CCE3-1819-AD297489C144}"/>
          </ac:spMkLst>
        </pc:spChg>
        <pc:picChg chg="del">
          <ac:chgData name="Mr. Aryan" userId="b2073f8424c95c87" providerId="LiveId" clId="{053FD2AC-6FD6-4E73-A8E4-11BE512DCF4E}" dt="2026-09-07T07:03:41.575" v="133" actId="478"/>
          <ac:picMkLst>
            <pc:docMk/>
            <pc:sldMk cId="0" sldId="264"/>
            <ac:picMk id="3" creationId="{00000000-0000-0000-0000-000000000000}"/>
          </ac:picMkLst>
        </pc:picChg>
      </pc:sldChg>
      <pc:sldChg chg="delSp modSp add mod modTransition setBg">
        <pc:chgData name="Mr. Aryan" userId="b2073f8424c95c87" providerId="LiveId" clId="{053FD2AC-6FD6-4E73-A8E4-11BE512DCF4E}" dt="2026-09-07T08:02:05.429" v="325"/>
        <pc:sldMkLst>
          <pc:docMk/>
          <pc:sldMk cId="1150312106" sldId="265"/>
        </pc:sldMkLst>
        <pc:spChg chg="mod">
          <ac:chgData name="Mr. Aryan" userId="b2073f8424c95c87" providerId="LiveId" clId="{053FD2AC-6FD6-4E73-A8E4-11BE512DCF4E}" dt="2026-09-07T07:46:26.306" v="190" actId="207"/>
          <ac:spMkLst>
            <pc:docMk/>
            <pc:sldMk cId="1150312106" sldId="265"/>
            <ac:spMk id="2" creationId="{DBBC3CCA-7D9E-1668-C123-53FA2ABE6842}"/>
          </ac:spMkLst>
        </pc:spChg>
        <pc:spChg chg="mod">
          <ac:chgData name="Mr. Aryan" userId="b2073f8424c95c87" providerId="LiveId" clId="{053FD2AC-6FD6-4E73-A8E4-11BE512DCF4E}" dt="2026-09-07T07:56:28.863" v="272" actId="403"/>
          <ac:spMkLst>
            <pc:docMk/>
            <pc:sldMk cId="1150312106" sldId="265"/>
            <ac:spMk id="6" creationId="{282A0D6C-081C-3D6F-EFFB-B9C0CEFCD38C}"/>
          </ac:spMkLst>
        </pc:spChg>
        <pc:spChg chg="mod">
          <ac:chgData name="Mr. Aryan" userId="b2073f8424c95c87" providerId="LiveId" clId="{053FD2AC-6FD6-4E73-A8E4-11BE512DCF4E}" dt="2026-09-07T07:54:57.047" v="249" actId="208"/>
          <ac:spMkLst>
            <pc:docMk/>
            <pc:sldMk cId="1150312106" sldId="265"/>
            <ac:spMk id="7" creationId="{DA18F5F5-13EA-060B-C28E-155AE914DA2D}"/>
          </ac:spMkLst>
        </pc:spChg>
        <pc:spChg chg="mod">
          <ac:chgData name="Mr. Aryan" userId="b2073f8424c95c87" providerId="LiveId" clId="{053FD2AC-6FD6-4E73-A8E4-11BE512DCF4E}" dt="2026-09-07T07:56:20.250" v="269" actId="403"/>
          <ac:spMkLst>
            <pc:docMk/>
            <pc:sldMk cId="1150312106" sldId="265"/>
            <ac:spMk id="10" creationId="{0CBA17AF-2B01-CDD5-06E3-95577D499084}"/>
          </ac:spMkLst>
        </pc:spChg>
        <pc:spChg chg="mod">
          <ac:chgData name="Mr. Aryan" userId="b2073f8424c95c87" providerId="LiveId" clId="{053FD2AC-6FD6-4E73-A8E4-11BE512DCF4E}" dt="2026-09-07T07:54:57.047" v="249" actId="208"/>
          <ac:spMkLst>
            <pc:docMk/>
            <pc:sldMk cId="1150312106" sldId="265"/>
            <ac:spMk id="12" creationId="{A3E73CE2-3F60-A606-A797-7FA486D8034F}"/>
          </ac:spMkLst>
        </pc:spChg>
        <pc:spChg chg="mod">
          <ac:chgData name="Mr. Aryan" userId="b2073f8424c95c87" providerId="LiveId" clId="{053FD2AC-6FD6-4E73-A8E4-11BE512DCF4E}" dt="2026-09-07T07:56:09.689" v="266" actId="403"/>
          <ac:spMkLst>
            <pc:docMk/>
            <pc:sldMk cId="1150312106" sldId="265"/>
            <ac:spMk id="15" creationId="{FAA3DF8D-9619-1640-DE7C-5DCDF1690E07}"/>
          </ac:spMkLst>
        </pc:spChg>
        <pc:spChg chg="mod">
          <ac:chgData name="Mr. Aryan" userId="b2073f8424c95c87" providerId="LiveId" clId="{053FD2AC-6FD6-4E73-A8E4-11BE512DCF4E}" dt="2026-09-07T07:54:57.047" v="249" actId="208"/>
          <ac:spMkLst>
            <pc:docMk/>
            <pc:sldMk cId="1150312106" sldId="265"/>
            <ac:spMk id="17" creationId="{4A295CF7-DBF4-7034-6B8F-60CD02CAB316}"/>
          </ac:spMkLst>
        </pc:spChg>
        <pc:spChg chg="mod">
          <ac:chgData name="Mr. Aryan" userId="b2073f8424c95c87" providerId="LiveId" clId="{053FD2AC-6FD6-4E73-A8E4-11BE512DCF4E}" dt="2026-09-07T07:56:04.923" v="263" actId="403"/>
          <ac:spMkLst>
            <pc:docMk/>
            <pc:sldMk cId="1150312106" sldId="265"/>
            <ac:spMk id="20" creationId="{B06EDB4C-4E42-E96B-55B7-CDD030E142B8}"/>
          </ac:spMkLst>
        </pc:spChg>
        <pc:spChg chg="mod">
          <ac:chgData name="Mr. Aryan" userId="b2073f8424c95c87" providerId="LiveId" clId="{053FD2AC-6FD6-4E73-A8E4-11BE512DCF4E}" dt="2026-09-07T07:55:27.905" v="252" actId="207"/>
          <ac:spMkLst>
            <pc:docMk/>
            <pc:sldMk cId="1150312106" sldId="265"/>
            <ac:spMk id="25" creationId="{52B17E8F-A169-4C7A-C22C-53D2175D49F1}"/>
          </ac:spMkLst>
        </pc:spChg>
        <pc:spChg chg="mod">
          <ac:chgData name="Mr. Aryan" userId="b2073f8424c95c87" providerId="LiveId" clId="{053FD2AC-6FD6-4E73-A8E4-11BE512DCF4E}" dt="2026-09-07T07:55:55.999" v="258" actId="1076"/>
          <ac:spMkLst>
            <pc:docMk/>
            <pc:sldMk cId="1150312106" sldId="265"/>
            <ac:spMk id="28" creationId="{AE658524-7521-1BFD-405C-4324F1C6D9B7}"/>
          </ac:spMkLst>
        </pc:spChg>
        <pc:spChg chg="del mod">
          <ac:chgData name="Mr. Aryan" userId="b2073f8424c95c87" providerId="LiveId" clId="{053FD2AC-6FD6-4E73-A8E4-11BE512DCF4E}" dt="2026-09-07T08:00:10.756" v="310" actId="478"/>
          <ac:spMkLst>
            <pc:docMk/>
            <pc:sldMk cId="1150312106" sldId="265"/>
            <ac:spMk id="29" creationId="{DCE4FEAD-F966-E955-C96A-EEB7D7F7BE4C}"/>
          </ac:spMkLst>
        </pc:spChg>
        <pc:picChg chg="mod">
          <ac:chgData name="Mr. Aryan" userId="b2073f8424c95c87" providerId="LiveId" clId="{053FD2AC-6FD6-4E73-A8E4-11BE512DCF4E}" dt="2026-09-07T07:45:48.930" v="188" actId="1076"/>
          <ac:picMkLst>
            <pc:docMk/>
            <pc:sldMk cId="1150312106" sldId="265"/>
            <ac:picMk id="3" creationId="{DDEFA519-6AAA-A7BE-7EA0-AE4E689D650C}"/>
          </ac:picMkLst>
        </pc:picChg>
      </pc:sldChg>
      <pc:sldChg chg="addSp delSp modSp add mod modTransition setBg">
        <pc:chgData name="Mr. Aryan" userId="b2073f8424c95c87" providerId="LiveId" clId="{053FD2AC-6FD6-4E73-A8E4-11BE512DCF4E}" dt="2026-09-07T08:07:07.666" v="368"/>
        <pc:sldMkLst>
          <pc:docMk/>
          <pc:sldMk cId="2356106084" sldId="266"/>
        </pc:sldMkLst>
        <pc:spChg chg="add mod">
          <ac:chgData name="Mr. Aryan" userId="b2073f8424c95c87" providerId="LiveId" clId="{053FD2AC-6FD6-4E73-A8E4-11BE512DCF4E}" dt="2026-09-07T07:57:17.518" v="283" actId="1076"/>
          <ac:spMkLst>
            <pc:docMk/>
            <pc:sldMk cId="2356106084" sldId="266"/>
            <ac:spMk id="3" creationId="{64AFB37A-6FA8-D7E2-0FAE-9B0AF30632A4}"/>
          </ac:spMkLst>
        </pc:spChg>
        <pc:spChg chg="add mod">
          <ac:chgData name="Mr. Aryan" userId="b2073f8424c95c87" providerId="LiveId" clId="{053FD2AC-6FD6-4E73-A8E4-11BE512DCF4E}" dt="2026-09-07T07:57:05.461" v="282" actId="403"/>
          <ac:spMkLst>
            <pc:docMk/>
            <pc:sldMk cId="2356106084" sldId="266"/>
            <ac:spMk id="7" creationId="{B5F6BAB4-A613-EA1A-CE68-9C953B646FD7}"/>
          </ac:spMkLst>
        </pc:spChg>
        <pc:spChg chg="add mod">
          <ac:chgData name="Mr. Aryan" userId="b2073f8424c95c87" providerId="LiveId" clId="{053FD2AC-6FD6-4E73-A8E4-11BE512DCF4E}" dt="2026-09-07T07:57:05.461" v="282" actId="403"/>
          <ac:spMkLst>
            <pc:docMk/>
            <pc:sldMk cId="2356106084" sldId="266"/>
            <ac:spMk id="9" creationId="{FA9A3CFC-11A9-6DD7-4A68-2A9D4A11FA12}"/>
          </ac:spMkLst>
        </pc:spChg>
        <pc:spChg chg="add mod">
          <ac:chgData name="Mr. Aryan" userId="b2073f8424c95c87" providerId="LiveId" clId="{053FD2AC-6FD6-4E73-A8E4-11BE512DCF4E}" dt="2026-09-07T07:57:05.461" v="282" actId="403"/>
          <ac:spMkLst>
            <pc:docMk/>
            <pc:sldMk cId="2356106084" sldId="266"/>
            <ac:spMk id="13" creationId="{EF4509B6-B340-5EB0-7D7F-E41A15DD451E}"/>
          </ac:spMkLst>
        </pc:spChg>
        <pc:spChg chg="add mod">
          <ac:chgData name="Mr. Aryan" userId="b2073f8424c95c87" providerId="LiveId" clId="{053FD2AC-6FD6-4E73-A8E4-11BE512DCF4E}" dt="2026-09-07T07:57:05.461" v="282" actId="403"/>
          <ac:spMkLst>
            <pc:docMk/>
            <pc:sldMk cId="2356106084" sldId="266"/>
            <ac:spMk id="15" creationId="{1799B6C3-73A3-FFE4-A0D5-D7EE090285D0}"/>
          </ac:spMkLst>
        </pc:spChg>
        <pc:spChg chg="add mod">
          <ac:chgData name="Mr. Aryan" userId="b2073f8424c95c87" providerId="LiveId" clId="{053FD2AC-6FD6-4E73-A8E4-11BE512DCF4E}" dt="2026-09-07T07:57:05.461" v="282" actId="403"/>
          <ac:spMkLst>
            <pc:docMk/>
            <pc:sldMk cId="2356106084" sldId="266"/>
            <ac:spMk id="19" creationId="{7E88EC0E-B3D3-B911-3CFF-A1121FAEDF3D}"/>
          </ac:spMkLst>
        </pc:spChg>
        <pc:spChg chg="add mod">
          <ac:chgData name="Mr. Aryan" userId="b2073f8424c95c87" providerId="LiveId" clId="{053FD2AC-6FD6-4E73-A8E4-11BE512DCF4E}" dt="2026-09-07T07:57:05.461" v="282" actId="403"/>
          <ac:spMkLst>
            <pc:docMk/>
            <pc:sldMk cId="2356106084" sldId="266"/>
            <ac:spMk id="21" creationId="{AF9646E4-B9F5-D953-DA28-CD5C61D40D6D}"/>
          </ac:spMkLst>
        </pc:spChg>
        <pc:spChg chg="add mod">
          <ac:chgData name="Mr. Aryan" userId="b2073f8424c95c87" providerId="LiveId" clId="{053FD2AC-6FD6-4E73-A8E4-11BE512DCF4E}" dt="2026-09-07T07:57:05.461" v="282" actId="403"/>
          <ac:spMkLst>
            <pc:docMk/>
            <pc:sldMk cId="2356106084" sldId="266"/>
            <ac:spMk id="25" creationId="{053733D6-84A6-F026-6280-B8943CB6ECBA}"/>
          </ac:spMkLst>
        </pc:spChg>
        <pc:spChg chg="add mod">
          <ac:chgData name="Mr. Aryan" userId="b2073f8424c95c87" providerId="LiveId" clId="{053FD2AC-6FD6-4E73-A8E4-11BE512DCF4E}" dt="2026-09-07T07:57:05.461" v="282" actId="403"/>
          <ac:spMkLst>
            <pc:docMk/>
            <pc:sldMk cId="2356106084" sldId="266"/>
            <ac:spMk id="27" creationId="{8AD7A482-2C3D-0F2A-EFB7-96E58F38AC9F}"/>
          </ac:spMkLst>
        </pc:spChg>
        <pc:spChg chg="del">
          <ac:chgData name="Mr. Aryan" userId="b2073f8424c95c87" providerId="LiveId" clId="{053FD2AC-6FD6-4E73-A8E4-11BE512DCF4E}" dt="2026-09-07T07:01:52.160" v="123" actId="478"/>
          <ac:spMkLst>
            <pc:docMk/>
            <pc:sldMk cId="2356106084" sldId="266"/>
            <ac:spMk id="34" creationId="{3B964C11-F82D-1311-544D-82E69D55D2CF}"/>
          </ac:spMkLst>
        </pc:spChg>
        <pc:spChg chg="del">
          <ac:chgData name="Mr. Aryan" userId="b2073f8424c95c87" providerId="LiveId" clId="{053FD2AC-6FD6-4E73-A8E4-11BE512DCF4E}" dt="2026-09-07T07:01:52.160" v="123" actId="478"/>
          <ac:spMkLst>
            <pc:docMk/>
            <pc:sldMk cId="2356106084" sldId="266"/>
            <ac:spMk id="36" creationId="{2F489424-3D05-C9C0-17C0-E490F2002EA4}"/>
          </ac:spMkLst>
        </pc:spChg>
        <pc:picChg chg="mod">
          <ac:chgData name="Mr. Aryan" userId="b2073f8424c95c87" providerId="LiveId" clId="{053FD2AC-6FD6-4E73-A8E4-11BE512DCF4E}" dt="2026-09-07T07:40:04.956" v="182" actId="207"/>
          <ac:picMkLst>
            <pc:docMk/>
            <pc:sldMk cId="2356106084" sldId="266"/>
            <ac:picMk id="5" creationId="{6FA53D2A-DF10-7C8B-176B-2AFFCEB40D2D}"/>
          </ac:picMkLst>
        </pc:picChg>
        <pc:picChg chg="add mod">
          <ac:chgData name="Mr. Aryan" userId="b2073f8424c95c87" providerId="LiveId" clId="{053FD2AC-6FD6-4E73-A8E4-11BE512DCF4E}" dt="2026-09-07T07:02:33.808" v="128" actId="1076"/>
          <ac:picMkLst>
            <pc:docMk/>
            <pc:sldMk cId="2356106084" sldId="266"/>
            <ac:picMk id="11" creationId="{554E3AAF-296F-69F4-100E-EF335F1AB320}"/>
          </ac:picMkLst>
        </pc:picChg>
        <pc:picChg chg="mod">
          <ac:chgData name="Mr. Aryan" userId="b2073f8424c95c87" providerId="LiveId" clId="{053FD2AC-6FD6-4E73-A8E4-11BE512DCF4E}" dt="2026-09-07T07:02:33.808" v="128" actId="1076"/>
          <ac:picMkLst>
            <pc:docMk/>
            <pc:sldMk cId="2356106084" sldId="266"/>
            <ac:picMk id="23" creationId="{FAA478A0-575C-FFAB-6BCF-2A2BA7BF2D31}"/>
          </ac:picMkLst>
        </pc:picChg>
        <pc:picChg chg="add mod">
          <ac:chgData name="Mr. Aryan" userId="b2073f8424c95c87" providerId="LiveId" clId="{053FD2AC-6FD6-4E73-A8E4-11BE512DCF4E}" dt="2026-09-07T07:40:04.202" v="181" actId="207"/>
          <ac:picMkLst>
            <pc:docMk/>
            <pc:sldMk cId="2356106084" sldId="266"/>
            <ac:picMk id="29" creationId="{5A2B0B0E-175F-8DCB-CB57-418C1211EA39}"/>
          </ac:picMkLst>
        </pc:picChg>
        <pc:picChg chg="del">
          <ac:chgData name="Mr. Aryan" userId="b2073f8424c95c87" providerId="LiveId" clId="{053FD2AC-6FD6-4E73-A8E4-11BE512DCF4E}" dt="2026-09-07T07:01:53.931" v="124" actId="478"/>
          <ac:picMkLst>
            <pc:docMk/>
            <pc:sldMk cId="2356106084" sldId="266"/>
            <ac:picMk id="40" creationId="{04DF494A-0C18-AB63-E3FE-EEAD564B5AD1}"/>
          </ac:picMkLst>
        </pc:picChg>
      </pc:sldChg>
      <pc:sldChg chg="add setBg">
        <pc:chgData name="Mr. Aryan" userId="b2073f8424c95c87" providerId="LiveId" clId="{053FD2AC-6FD6-4E73-A8E4-11BE512DCF4E}" dt="2026-09-07T07:53:25.295" v="242"/>
        <pc:sldMkLst>
          <pc:docMk/>
          <pc:sldMk cId="528971747" sldId="267"/>
        </pc:sldMkLst>
      </pc:sldChg>
      <pc:sldChg chg="addSp delSp modSp add mod setBg">
        <pc:chgData name="Mr. Aryan" userId="b2073f8424c95c87" providerId="LiveId" clId="{053FD2AC-6FD6-4E73-A8E4-11BE512DCF4E}" dt="2026-09-07T07:53:07.957" v="240"/>
        <pc:sldMkLst>
          <pc:docMk/>
          <pc:sldMk cId="576157407" sldId="268"/>
        </pc:sldMkLst>
        <pc:spChg chg="add mod">
          <ac:chgData name="Mr. Aryan" userId="b2073f8424c95c87" providerId="LiveId" clId="{053FD2AC-6FD6-4E73-A8E4-11BE512DCF4E}" dt="2026-09-07T07:09:28.830" v="157" actId="14100"/>
          <ac:spMkLst>
            <pc:docMk/>
            <pc:sldMk cId="576157407" sldId="268"/>
            <ac:spMk id="3" creationId="{9CC9BCB6-598F-2053-A599-928B4FA2BC3F}"/>
          </ac:spMkLst>
        </pc:spChg>
        <pc:spChg chg="add mod">
          <ac:chgData name="Mr. Aryan" userId="b2073f8424c95c87" providerId="LiveId" clId="{053FD2AC-6FD6-4E73-A8E4-11BE512DCF4E}" dt="2026-09-07T07:08:19.498" v="149" actId="113"/>
          <ac:spMkLst>
            <pc:docMk/>
            <pc:sldMk cId="576157407" sldId="268"/>
            <ac:spMk id="7" creationId="{3F7F5551-AA98-6D91-BD67-8790BB0CA90A}"/>
          </ac:spMkLst>
        </pc:spChg>
        <pc:spChg chg="add mod">
          <ac:chgData name="Mr. Aryan" userId="b2073f8424c95c87" providerId="LiveId" clId="{053FD2AC-6FD6-4E73-A8E4-11BE512DCF4E}" dt="2026-09-07T07:07:49.280" v="145" actId="1076"/>
          <ac:spMkLst>
            <pc:docMk/>
            <pc:sldMk cId="576157407" sldId="268"/>
            <ac:spMk id="10" creationId="{261A1CB9-40E7-2285-4E14-9E5997F705CC}"/>
          </ac:spMkLst>
        </pc:spChg>
        <pc:spChg chg="del">
          <ac:chgData name="Mr. Aryan" userId="b2073f8424c95c87" providerId="LiveId" clId="{053FD2AC-6FD6-4E73-A8E4-11BE512DCF4E}" dt="2026-09-07T07:04:51.643" v="137" actId="478"/>
          <ac:spMkLst>
            <pc:docMk/>
            <pc:sldMk cId="576157407" sldId="268"/>
            <ac:spMk id="11" creationId="{6DE5597A-7C10-BE69-225A-2AEF0C73EDDA}"/>
          </ac:spMkLst>
        </pc:spChg>
        <pc:spChg chg="del">
          <ac:chgData name="Mr. Aryan" userId="b2073f8424c95c87" providerId="LiveId" clId="{053FD2AC-6FD6-4E73-A8E4-11BE512DCF4E}" dt="2026-09-07T07:04:51.643" v="137" actId="478"/>
          <ac:spMkLst>
            <pc:docMk/>
            <pc:sldMk cId="576157407" sldId="268"/>
            <ac:spMk id="13" creationId="{ED79F599-1A4A-786D-8A81-956EBF51D7AB}"/>
          </ac:spMkLst>
        </pc:spChg>
        <pc:spChg chg="del">
          <ac:chgData name="Mr. Aryan" userId="b2073f8424c95c87" providerId="LiveId" clId="{053FD2AC-6FD6-4E73-A8E4-11BE512DCF4E}" dt="2026-09-07T07:04:51.643" v="137" actId="478"/>
          <ac:spMkLst>
            <pc:docMk/>
            <pc:sldMk cId="576157407" sldId="268"/>
            <ac:spMk id="17" creationId="{9B64B89D-1A23-6C1F-229F-F1A2278A3BCF}"/>
          </ac:spMkLst>
        </pc:spChg>
        <pc:spChg chg="add mod">
          <ac:chgData name="Mr. Aryan" userId="b2073f8424c95c87" providerId="LiveId" clId="{053FD2AC-6FD6-4E73-A8E4-11BE512DCF4E}" dt="2026-09-07T07:08:22.311" v="150" actId="113"/>
          <ac:spMkLst>
            <pc:docMk/>
            <pc:sldMk cId="576157407" sldId="268"/>
            <ac:spMk id="18" creationId="{B1153D61-B3D5-FECA-546E-B8B6EE80EF72}"/>
          </ac:spMkLst>
        </pc:spChg>
        <pc:spChg chg="del">
          <ac:chgData name="Mr. Aryan" userId="b2073f8424c95c87" providerId="LiveId" clId="{053FD2AC-6FD6-4E73-A8E4-11BE512DCF4E}" dt="2026-09-07T07:04:51.643" v="137" actId="478"/>
          <ac:spMkLst>
            <pc:docMk/>
            <pc:sldMk cId="576157407" sldId="268"/>
            <ac:spMk id="21" creationId="{0BA41709-3D48-F311-56D6-FE8AE7003848}"/>
          </ac:spMkLst>
        </pc:spChg>
        <pc:spChg chg="add mod">
          <ac:chgData name="Mr. Aryan" userId="b2073f8424c95c87" providerId="LiveId" clId="{053FD2AC-6FD6-4E73-A8E4-11BE512DCF4E}" dt="2026-09-07T07:08:54.262" v="153" actId="14100"/>
          <ac:spMkLst>
            <pc:docMk/>
            <pc:sldMk cId="576157407" sldId="268"/>
            <ac:spMk id="22" creationId="{430EB2D1-A4AA-0A96-1137-CB863B44DB53}"/>
          </ac:spMkLst>
        </pc:spChg>
        <pc:spChg chg="del">
          <ac:chgData name="Mr. Aryan" userId="b2073f8424c95c87" providerId="LiveId" clId="{053FD2AC-6FD6-4E73-A8E4-11BE512DCF4E}" dt="2026-09-07T07:04:51.643" v="137" actId="478"/>
          <ac:spMkLst>
            <pc:docMk/>
            <pc:sldMk cId="576157407" sldId="268"/>
            <ac:spMk id="29" creationId="{A0EF20E0-BEDF-D0B0-1C2B-4BE742BA0D68}"/>
          </ac:spMkLst>
        </pc:spChg>
        <pc:spChg chg="add mod">
          <ac:chgData name="Mr. Aryan" userId="b2073f8424c95c87" providerId="LiveId" clId="{053FD2AC-6FD6-4E73-A8E4-11BE512DCF4E}" dt="2026-09-07T07:08:24.591" v="151" actId="113"/>
          <ac:spMkLst>
            <pc:docMk/>
            <pc:sldMk cId="576157407" sldId="268"/>
            <ac:spMk id="30" creationId="{75A2AF2C-8E7D-3BEA-9C17-D3CE9762F1EE}"/>
          </ac:spMkLst>
        </pc:spChg>
        <pc:spChg chg="add mod">
          <ac:chgData name="Mr. Aryan" userId="b2073f8424c95c87" providerId="LiveId" clId="{053FD2AC-6FD6-4E73-A8E4-11BE512DCF4E}" dt="2026-09-07T07:09:05.388" v="154" actId="14100"/>
          <ac:spMkLst>
            <pc:docMk/>
            <pc:sldMk cId="576157407" sldId="268"/>
            <ac:spMk id="34" creationId="{08558655-AA05-006A-C58C-0A117C30E92D}"/>
          </ac:spMkLst>
        </pc:spChg>
        <pc:spChg chg="del">
          <ac:chgData name="Mr. Aryan" userId="b2073f8424c95c87" providerId="LiveId" clId="{053FD2AC-6FD6-4E73-A8E4-11BE512DCF4E}" dt="2026-09-07T07:04:51.643" v="137" actId="478"/>
          <ac:spMkLst>
            <pc:docMk/>
            <pc:sldMk cId="576157407" sldId="268"/>
            <ac:spMk id="37" creationId="{D1A5011F-A55C-93AA-4B02-E6B56E576070}"/>
          </ac:spMkLst>
        </pc:spChg>
        <pc:spChg chg="del">
          <ac:chgData name="Mr. Aryan" userId="b2073f8424c95c87" providerId="LiveId" clId="{053FD2AC-6FD6-4E73-A8E4-11BE512DCF4E}" dt="2026-09-07T07:04:51.643" v="137" actId="478"/>
          <ac:spMkLst>
            <pc:docMk/>
            <pc:sldMk cId="576157407" sldId="268"/>
            <ac:spMk id="39" creationId="{C8D455C3-5119-7843-6D50-B4F6F8CFF867}"/>
          </ac:spMkLst>
        </pc:spChg>
        <pc:spChg chg="del">
          <ac:chgData name="Mr. Aryan" userId="b2073f8424c95c87" providerId="LiveId" clId="{053FD2AC-6FD6-4E73-A8E4-11BE512DCF4E}" dt="2026-09-07T07:04:51.643" v="137" actId="478"/>
          <ac:spMkLst>
            <pc:docMk/>
            <pc:sldMk cId="576157407" sldId="268"/>
            <ac:spMk id="41" creationId="{D600F526-68D5-07A4-EF83-6C925DA7F51A}"/>
          </ac:spMkLst>
        </pc:spChg>
        <pc:spChg chg="add mod">
          <ac:chgData name="Mr. Aryan" userId="b2073f8424c95c87" providerId="LiveId" clId="{053FD2AC-6FD6-4E73-A8E4-11BE512DCF4E}" dt="2026-09-07T07:10:06.181" v="160" actId="1076"/>
          <ac:spMkLst>
            <pc:docMk/>
            <pc:sldMk cId="576157407" sldId="268"/>
            <ac:spMk id="42" creationId="{480F3362-0A24-1816-D673-B1101E1769E3}"/>
          </ac:spMkLst>
        </pc:spChg>
        <pc:spChg chg="del">
          <ac:chgData name="Mr. Aryan" userId="b2073f8424c95c87" providerId="LiveId" clId="{053FD2AC-6FD6-4E73-A8E4-11BE512DCF4E}" dt="2026-09-07T07:04:51.643" v="137" actId="478"/>
          <ac:spMkLst>
            <pc:docMk/>
            <pc:sldMk cId="576157407" sldId="268"/>
            <ac:spMk id="43" creationId="{92C6108E-4C43-B90D-AA0F-29756EA5A92E}"/>
          </ac:spMkLst>
        </pc:spChg>
        <pc:spChg chg="add mod">
          <ac:chgData name="Mr. Aryan" userId="b2073f8424c95c87" providerId="LiveId" clId="{053FD2AC-6FD6-4E73-A8E4-11BE512DCF4E}" dt="2026-09-07T07:10:06.181" v="160" actId="1076"/>
          <ac:spMkLst>
            <pc:docMk/>
            <pc:sldMk cId="576157407" sldId="268"/>
            <ac:spMk id="46" creationId="{4F09911B-35B7-2228-11AA-9131CDD6E7EA}"/>
          </ac:spMkLst>
        </pc:spChg>
        <pc:spChg chg="add del mod">
          <ac:chgData name="Mr. Aryan" userId="b2073f8424c95c87" providerId="LiveId" clId="{053FD2AC-6FD6-4E73-A8E4-11BE512DCF4E}" dt="2026-09-07T07:05:07.205" v="141"/>
          <ac:spMkLst>
            <pc:docMk/>
            <pc:sldMk cId="576157407" sldId="268"/>
            <ac:spMk id="48" creationId="{D051255F-3BDE-5835-B85D-2EED78BC40D4}"/>
          </ac:spMkLst>
        </pc:spChg>
        <pc:spChg chg="del">
          <ac:chgData name="Mr. Aryan" userId="b2073f8424c95c87" providerId="LiveId" clId="{053FD2AC-6FD6-4E73-A8E4-11BE512DCF4E}" dt="2026-09-07T07:04:51.643" v="137" actId="478"/>
          <ac:spMkLst>
            <pc:docMk/>
            <pc:sldMk cId="576157407" sldId="268"/>
            <ac:spMk id="49" creationId="{08E798FF-9D89-C8E4-4627-077276031778}"/>
          </ac:spMkLst>
        </pc:spChg>
        <pc:spChg chg="add del mod">
          <ac:chgData name="Mr. Aryan" userId="b2073f8424c95c87" providerId="LiveId" clId="{053FD2AC-6FD6-4E73-A8E4-11BE512DCF4E}" dt="2026-09-07T07:06:40.391" v="144"/>
          <ac:spMkLst>
            <pc:docMk/>
            <pc:sldMk cId="576157407" sldId="268"/>
            <ac:spMk id="50" creationId="{616F8F77-D14F-6E3A-9F13-62044401613B}"/>
          </ac:spMkLst>
        </pc:spChg>
        <pc:picChg chg="mod">
          <ac:chgData name="Mr. Aryan" userId="b2073f8424c95c87" providerId="LiveId" clId="{053FD2AC-6FD6-4E73-A8E4-11BE512DCF4E}" dt="2026-09-07T07:07:49.280" v="145" actId="1076"/>
          <ac:picMkLst>
            <pc:docMk/>
            <pc:sldMk cId="576157407" sldId="268"/>
            <ac:picMk id="5" creationId="{DA810AE5-6D9C-6D9D-420B-CCC03F05DA98}"/>
          </ac:picMkLst>
        </pc:picChg>
        <pc:picChg chg="add mod">
          <ac:chgData name="Mr. Aryan" userId="b2073f8424c95c87" providerId="LiveId" clId="{053FD2AC-6FD6-4E73-A8E4-11BE512DCF4E}" dt="2026-09-07T07:10:06.181" v="160" actId="1076"/>
          <ac:picMkLst>
            <pc:docMk/>
            <pc:sldMk cId="576157407" sldId="268"/>
            <ac:picMk id="38" creationId="{6E70A4E2-6C64-DD0F-F257-470C5D8B179D}"/>
          </ac:picMkLst>
        </pc:picChg>
      </pc:sldChg>
      <pc:sldChg chg="addSp delSp modSp add mod setBg">
        <pc:chgData name="Mr. Aryan" userId="b2073f8424c95c87" providerId="LiveId" clId="{053FD2AC-6FD6-4E73-A8E4-11BE512DCF4E}" dt="2026-09-07T07:53:49.156" v="243" actId="207"/>
        <pc:sldMkLst>
          <pc:docMk/>
          <pc:sldMk cId="1970918634" sldId="269"/>
        </pc:sldMkLst>
        <pc:spChg chg="del">
          <ac:chgData name="Mr. Aryan" userId="b2073f8424c95c87" providerId="LiveId" clId="{053FD2AC-6FD6-4E73-A8E4-11BE512DCF4E}" dt="2026-09-07T07:10:51.655" v="164" actId="478"/>
          <ac:spMkLst>
            <pc:docMk/>
            <pc:sldMk cId="1970918634" sldId="269"/>
            <ac:spMk id="3" creationId="{EC9386F7-24AA-CE9C-0477-B2AF387EB4F7}"/>
          </ac:spMkLst>
        </pc:spChg>
        <pc:spChg chg="del">
          <ac:chgData name="Mr. Aryan" userId="b2073f8424c95c87" providerId="LiveId" clId="{053FD2AC-6FD6-4E73-A8E4-11BE512DCF4E}" dt="2026-09-07T07:10:51.655" v="164" actId="478"/>
          <ac:spMkLst>
            <pc:docMk/>
            <pc:sldMk cId="1970918634" sldId="269"/>
            <ac:spMk id="7" creationId="{6649663F-56D0-7FA3-DF1D-DA663898117C}"/>
          </ac:spMkLst>
        </pc:spChg>
        <pc:spChg chg="del">
          <ac:chgData name="Mr. Aryan" userId="b2073f8424c95c87" providerId="LiveId" clId="{053FD2AC-6FD6-4E73-A8E4-11BE512DCF4E}" dt="2026-09-07T07:10:51.655" v="164" actId="478"/>
          <ac:spMkLst>
            <pc:docMk/>
            <pc:sldMk cId="1970918634" sldId="269"/>
            <ac:spMk id="10" creationId="{E3E3D805-8F76-48AE-94DB-8CB713DFB62F}"/>
          </ac:spMkLst>
        </pc:spChg>
        <pc:spChg chg="add del">
          <ac:chgData name="Mr. Aryan" userId="b2073f8424c95c87" providerId="LiveId" clId="{053FD2AC-6FD6-4E73-A8E4-11BE512DCF4E}" dt="2026-09-07T07:10:50.648" v="163" actId="22"/>
          <ac:spMkLst>
            <pc:docMk/>
            <pc:sldMk cId="1970918634" sldId="269"/>
            <ac:spMk id="16" creationId="{E81E96B4-BB2E-EA9F-2EAA-94980D741C5D}"/>
          </ac:spMkLst>
        </pc:spChg>
        <pc:spChg chg="del">
          <ac:chgData name="Mr. Aryan" userId="b2073f8424c95c87" providerId="LiveId" clId="{053FD2AC-6FD6-4E73-A8E4-11BE512DCF4E}" dt="2026-09-07T07:10:51.655" v="164" actId="478"/>
          <ac:spMkLst>
            <pc:docMk/>
            <pc:sldMk cId="1970918634" sldId="269"/>
            <ac:spMk id="18" creationId="{555B2504-6B71-DB99-E125-C30D2887C804}"/>
          </ac:spMkLst>
        </pc:spChg>
        <pc:spChg chg="add">
          <ac:chgData name="Mr. Aryan" userId="b2073f8424c95c87" providerId="LiveId" clId="{053FD2AC-6FD6-4E73-A8E4-11BE512DCF4E}" dt="2026-09-07T07:10:43.092" v="162" actId="22"/>
          <ac:spMkLst>
            <pc:docMk/>
            <pc:sldMk cId="1970918634" sldId="269"/>
            <ac:spMk id="19" creationId="{DB19568C-5A49-EBA8-D7F2-A26094C17B96}"/>
          </ac:spMkLst>
        </pc:spChg>
        <pc:spChg chg="add del">
          <ac:chgData name="Mr. Aryan" userId="b2073f8424c95c87" providerId="LiveId" clId="{053FD2AC-6FD6-4E73-A8E4-11BE512DCF4E}" dt="2026-09-07T07:10:50.648" v="163" actId="22"/>
          <ac:spMkLst>
            <pc:docMk/>
            <pc:sldMk cId="1970918634" sldId="269"/>
            <ac:spMk id="21" creationId="{EF8B4C64-73B9-5266-C70C-E3DC6C6B9F69}"/>
          </ac:spMkLst>
        </pc:spChg>
        <pc:spChg chg="del">
          <ac:chgData name="Mr. Aryan" userId="b2073f8424c95c87" providerId="LiveId" clId="{053FD2AC-6FD6-4E73-A8E4-11BE512DCF4E}" dt="2026-09-07T07:10:51.655" v="164" actId="478"/>
          <ac:spMkLst>
            <pc:docMk/>
            <pc:sldMk cId="1970918634" sldId="269"/>
            <ac:spMk id="22" creationId="{CB10EAE3-A11F-8B8A-0219-DE40F78AB073}"/>
          </ac:spMkLst>
        </pc:spChg>
        <pc:spChg chg="del">
          <ac:chgData name="Mr. Aryan" userId="b2073f8424c95c87" providerId="LiveId" clId="{053FD2AC-6FD6-4E73-A8E4-11BE512DCF4E}" dt="2026-09-07T07:10:50.648" v="163" actId="22"/>
          <ac:spMkLst>
            <pc:docMk/>
            <pc:sldMk cId="1970918634" sldId="269"/>
            <ac:spMk id="27" creationId="{16F2200A-088E-239F-7003-75EC6ECC9727}"/>
          </ac:spMkLst>
        </pc:spChg>
        <pc:spChg chg="del">
          <ac:chgData name="Mr. Aryan" userId="b2073f8424c95c87" providerId="LiveId" clId="{053FD2AC-6FD6-4E73-A8E4-11BE512DCF4E}" dt="2026-09-07T07:10:51.655" v="164" actId="478"/>
          <ac:spMkLst>
            <pc:docMk/>
            <pc:sldMk cId="1970918634" sldId="269"/>
            <ac:spMk id="30" creationId="{5ECA2502-E1DD-B038-292F-44F4A9DF6440}"/>
          </ac:spMkLst>
        </pc:spChg>
        <pc:spChg chg="del">
          <ac:chgData name="Mr. Aryan" userId="b2073f8424c95c87" providerId="LiveId" clId="{053FD2AC-6FD6-4E73-A8E4-11BE512DCF4E}" dt="2026-09-07T07:10:51.655" v="164" actId="478"/>
          <ac:spMkLst>
            <pc:docMk/>
            <pc:sldMk cId="1970918634" sldId="269"/>
            <ac:spMk id="34" creationId="{334E777E-4836-D400-645D-447A30573A86}"/>
          </ac:spMkLst>
        </pc:spChg>
        <pc:spChg chg="add del">
          <ac:chgData name="Mr. Aryan" userId="b2073f8424c95c87" providerId="LiveId" clId="{053FD2AC-6FD6-4E73-A8E4-11BE512DCF4E}" dt="2026-09-07T07:10:50.648" v="163" actId="22"/>
          <ac:spMkLst>
            <pc:docMk/>
            <pc:sldMk cId="1970918634" sldId="269"/>
            <ac:spMk id="37" creationId="{8405E991-5363-53A9-447D-67F07881301B}"/>
          </ac:spMkLst>
        </pc:spChg>
        <pc:spChg chg="add del">
          <ac:chgData name="Mr. Aryan" userId="b2073f8424c95c87" providerId="LiveId" clId="{053FD2AC-6FD6-4E73-A8E4-11BE512DCF4E}" dt="2026-09-07T07:10:50.648" v="163" actId="22"/>
          <ac:spMkLst>
            <pc:docMk/>
            <pc:sldMk cId="1970918634" sldId="269"/>
            <ac:spMk id="40" creationId="{DFC6F669-78CD-195A-B810-D1EFC84CF9FF}"/>
          </ac:spMkLst>
        </pc:spChg>
        <pc:spChg chg="del">
          <ac:chgData name="Mr. Aryan" userId="b2073f8424c95c87" providerId="LiveId" clId="{053FD2AC-6FD6-4E73-A8E4-11BE512DCF4E}" dt="2026-09-07T07:10:51.655" v="164" actId="478"/>
          <ac:spMkLst>
            <pc:docMk/>
            <pc:sldMk cId="1970918634" sldId="269"/>
            <ac:spMk id="42" creationId="{1D23D341-ABA0-5E5A-42F3-9C647CA1874E}"/>
          </ac:spMkLst>
        </pc:spChg>
        <pc:spChg chg="add">
          <ac:chgData name="Mr. Aryan" userId="b2073f8424c95c87" providerId="LiveId" clId="{053FD2AC-6FD6-4E73-A8E4-11BE512DCF4E}" dt="2026-09-07T07:10:43.092" v="162" actId="22"/>
          <ac:spMkLst>
            <pc:docMk/>
            <pc:sldMk cId="1970918634" sldId="269"/>
            <ac:spMk id="43" creationId="{873CFDA9-52AF-CB78-81C2-954FCF63376B}"/>
          </ac:spMkLst>
        </pc:spChg>
        <pc:spChg chg="del">
          <ac:chgData name="Mr. Aryan" userId="b2073f8424c95c87" providerId="LiveId" clId="{053FD2AC-6FD6-4E73-A8E4-11BE512DCF4E}" dt="2026-09-07T07:10:51.655" v="164" actId="478"/>
          <ac:spMkLst>
            <pc:docMk/>
            <pc:sldMk cId="1970918634" sldId="269"/>
            <ac:spMk id="46" creationId="{E3956E0B-A83D-6EA7-3B45-4C37404A17CE}"/>
          </ac:spMkLst>
        </pc:spChg>
        <pc:spChg chg="add del">
          <ac:chgData name="Mr. Aryan" userId="b2073f8424c95c87" providerId="LiveId" clId="{053FD2AC-6FD6-4E73-A8E4-11BE512DCF4E}" dt="2026-09-07T07:10:50.648" v="163" actId="22"/>
          <ac:spMkLst>
            <pc:docMk/>
            <pc:sldMk cId="1970918634" sldId="269"/>
            <ac:spMk id="48" creationId="{1C14FD71-8208-9656-BFDF-7B4E8F4C0ACF}"/>
          </ac:spMkLst>
        </pc:spChg>
        <pc:spChg chg="add del">
          <ac:chgData name="Mr. Aryan" userId="b2073f8424c95c87" providerId="LiveId" clId="{053FD2AC-6FD6-4E73-A8E4-11BE512DCF4E}" dt="2026-09-07T07:10:50.648" v="163" actId="22"/>
          <ac:spMkLst>
            <pc:docMk/>
            <pc:sldMk cId="1970918634" sldId="269"/>
            <ac:spMk id="52" creationId="{29367889-8944-ECC1-5A62-940EC1DCB803}"/>
          </ac:spMkLst>
        </pc:spChg>
        <pc:spChg chg="del">
          <ac:chgData name="Mr. Aryan" userId="b2073f8424c95c87" providerId="LiveId" clId="{053FD2AC-6FD6-4E73-A8E4-11BE512DCF4E}" dt="2026-09-07T07:10:50.648" v="163" actId="22"/>
          <ac:spMkLst>
            <pc:docMk/>
            <pc:sldMk cId="1970918634" sldId="269"/>
            <ac:spMk id="54" creationId="{90C89AF9-4589-B05C-6D49-27A9B274CC7B}"/>
          </ac:spMkLst>
        </pc:spChg>
        <pc:spChg chg="del">
          <ac:chgData name="Mr. Aryan" userId="b2073f8424c95c87" providerId="LiveId" clId="{053FD2AC-6FD6-4E73-A8E4-11BE512DCF4E}" dt="2026-09-07T07:10:50.648" v="163" actId="22"/>
          <ac:spMkLst>
            <pc:docMk/>
            <pc:sldMk cId="1970918634" sldId="269"/>
            <ac:spMk id="56" creationId="{6B2E1082-9EDE-C9A1-27F7-CC068ABF69BD}"/>
          </ac:spMkLst>
        </pc:spChg>
        <pc:spChg chg="add del">
          <ac:chgData name="Mr. Aryan" userId="b2073f8424c95c87" providerId="LiveId" clId="{053FD2AC-6FD6-4E73-A8E4-11BE512DCF4E}" dt="2026-09-07T07:10:50.648" v="163" actId="22"/>
          <ac:spMkLst>
            <pc:docMk/>
            <pc:sldMk cId="1970918634" sldId="269"/>
            <ac:spMk id="62" creationId="{9710B36E-E8AD-0B9B-5F61-348AE19890C9}"/>
          </ac:spMkLst>
        </pc:spChg>
        <pc:spChg chg="add">
          <ac:chgData name="Mr. Aryan" userId="b2073f8424c95c87" providerId="LiveId" clId="{053FD2AC-6FD6-4E73-A8E4-11BE512DCF4E}" dt="2026-09-07T07:10:43.092" v="162" actId="22"/>
          <ac:spMkLst>
            <pc:docMk/>
            <pc:sldMk cId="1970918634" sldId="269"/>
            <ac:spMk id="64" creationId="{EE8DC823-EC09-409A-4621-175A8A4F1AE8}"/>
          </ac:spMkLst>
        </pc:spChg>
        <pc:spChg chg="add">
          <ac:chgData name="Mr. Aryan" userId="b2073f8424c95c87" providerId="LiveId" clId="{053FD2AC-6FD6-4E73-A8E4-11BE512DCF4E}" dt="2026-09-07T07:10:52.738" v="165" actId="22"/>
          <ac:spMkLst>
            <pc:docMk/>
            <pc:sldMk cId="1970918634" sldId="269"/>
            <ac:spMk id="68" creationId="{CC35B782-A6AB-E2A5-2216-4C573149E620}"/>
          </ac:spMkLst>
        </pc:spChg>
        <pc:spChg chg="add mod">
          <ac:chgData name="Mr. Aryan" userId="b2073f8424c95c87" providerId="LiveId" clId="{053FD2AC-6FD6-4E73-A8E4-11BE512DCF4E}" dt="2026-09-07T07:53:49.156" v="243" actId="207"/>
          <ac:spMkLst>
            <pc:docMk/>
            <pc:sldMk cId="1970918634" sldId="269"/>
            <ac:spMk id="72" creationId="{4EBDB174-06C3-6500-7DDD-EF525268B3A4}"/>
          </ac:spMkLst>
        </pc:spChg>
        <pc:spChg chg="add">
          <ac:chgData name="Mr. Aryan" userId="b2073f8424c95c87" providerId="LiveId" clId="{053FD2AC-6FD6-4E73-A8E4-11BE512DCF4E}" dt="2026-09-07T07:10:52.738" v="165" actId="22"/>
          <ac:spMkLst>
            <pc:docMk/>
            <pc:sldMk cId="1970918634" sldId="269"/>
            <ac:spMk id="82" creationId="{AD86AF94-D831-5025-9010-B37F7D51AED7}"/>
          </ac:spMkLst>
        </pc:spChg>
        <pc:spChg chg="add">
          <ac:chgData name="Mr. Aryan" userId="b2073f8424c95c87" providerId="LiveId" clId="{053FD2AC-6FD6-4E73-A8E4-11BE512DCF4E}" dt="2026-09-07T07:10:52.738" v="165" actId="22"/>
          <ac:spMkLst>
            <pc:docMk/>
            <pc:sldMk cId="1970918634" sldId="269"/>
            <ac:spMk id="88" creationId="{CCD9B97C-4E30-08DB-86F5-E76EF8930C78}"/>
          </ac:spMkLst>
        </pc:spChg>
        <pc:spChg chg="add">
          <ac:chgData name="Mr. Aryan" userId="b2073f8424c95c87" providerId="LiveId" clId="{053FD2AC-6FD6-4E73-A8E4-11BE512DCF4E}" dt="2026-09-07T07:10:52.738" v="165" actId="22"/>
          <ac:spMkLst>
            <pc:docMk/>
            <pc:sldMk cId="1970918634" sldId="269"/>
            <ac:spMk id="90" creationId="{6E79E5D1-15C6-39AC-AF74-1EBF3D72F65A}"/>
          </ac:spMkLst>
        </pc:spChg>
        <pc:spChg chg="add">
          <ac:chgData name="Mr. Aryan" userId="b2073f8424c95c87" providerId="LiveId" clId="{053FD2AC-6FD6-4E73-A8E4-11BE512DCF4E}" dt="2026-09-07T07:10:52.738" v="165" actId="22"/>
          <ac:spMkLst>
            <pc:docMk/>
            <pc:sldMk cId="1970918634" sldId="269"/>
            <ac:spMk id="98" creationId="{04EFF207-5BF9-6185-7911-19EC8C4DAFEE}"/>
          </ac:spMkLst>
        </pc:spChg>
        <pc:spChg chg="add">
          <ac:chgData name="Mr. Aryan" userId="b2073f8424c95c87" providerId="LiveId" clId="{053FD2AC-6FD6-4E73-A8E4-11BE512DCF4E}" dt="2026-09-07T07:10:52.738" v="165" actId="22"/>
          <ac:spMkLst>
            <pc:docMk/>
            <pc:sldMk cId="1970918634" sldId="269"/>
            <ac:spMk id="100" creationId="{C430D814-87C4-0FF7-FF3B-8F39941E03E6}"/>
          </ac:spMkLst>
        </pc:spChg>
        <pc:spChg chg="add">
          <ac:chgData name="Mr. Aryan" userId="b2073f8424c95c87" providerId="LiveId" clId="{053FD2AC-6FD6-4E73-A8E4-11BE512DCF4E}" dt="2026-09-07T07:10:52.738" v="165" actId="22"/>
          <ac:spMkLst>
            <pc:docMk/>
            <pc:sldMk cId="1970918634" sldId="269"/>
            <ac:spMk id="104" creationId="{D797ECD8-5F76-24A1-D927-329B6FB52440}"/>
          </ac:spMkLst>
        </pc:spChg>
        <pc:spChg chg="add">
          <ac:chgData name="Mr. Aryan" userId="b2073f8424c95c87" providerId="LiveId" clId="{053FD2AC-6FD6-4E73-A8E4-11BE512DCF4E}" dt="2026-09-07T07:10:52.738" v="165" actId="22"/>
          <ac:spMkLst>
            <pc:docMk/>
            <pc:sldMk cId="1970918634" sldId="269"/>
            <ac:spMk id="106" creationId="{BFD61960-5A2F-ADC1-8058-86D29250FD21}"/>
          </ac:spMkLst>
        </pc:spChg>
        <pc:spChg chg="add">
          <ac:chgData name="Mr. Aryan" userId="b2073f8424c95c87" providerId="LiveId" clId="{053FD2AC-6FD6-4E73-A8E4-11BE512DCF4E}" dt="2026-09-07T07:10:52.738" v="165" actId="22"/>
          <ac:spMkLst>
            <pc:docMk/>
            <pc:sldMk cId="1970918634" sldId="269"/>
            <ac:spMk id="114" creationId="{0B348A7B-04D7-439F-4F46-A833C7EDB850}"/>
          </ac:spMkLst>
        </pc:spChg>
        <pc:picChg chg="del">
          <ac:chgData name="Mr. Aryan" userId="b2073f8424c95c87" providerId="LiveId" clId="{053FD2AC-6FD6-4E73-A8E4-11BE512DCF4E}" dt="2026-09-07T07:10:51.655" v="164" actId="478"/>
          <ac:picMkLst>
            <pc:docMk/>
            <pc:sldMk cId="1970918634" sldId="269"/>
            <ac:picMk id="5" creationId="{3A789DEB-1729-2235-34B3-02A4B337925C}"/>
          </ac:picMkLst>
        </pc:picChg>
      </pc:sldChg>
      <pc:sldChg chg="addSp delSp modSp add del mod modTransition">
        <pc:chgData name="Mr. Aryan" userId="b2073f8424c95c87" providerId="LiveId" clId="{053FD2AC-6FD6-4E73-A8E4-11BE512DCF4E}" dt="2026-09-07T08:10:47.051" v="412" actId="47"/>
        <pc:sldMkLst>
          <pc:docMk/>
          <pc:sldMk cId="720051037" sldId="270"/>
        </pc:sldMkLst>
        <pc:spChg chg="add">
          <ac:chgData name="Mr. Aryan" userId="b2073f8424c95c87" providerId="LiveId" clId="{053FD2AC-6FD6-4E73-A8E4-11BE512DCF4E}" dt="2026-09-07T08:09:13.730" v="395" actId="22"/>
          <ac:spMkLst>
            <pc:docMk/>
            <pc:sldMk cId="720051037" sldId="270"/>
            <ac:spMk id="3" creationId="{8A3AEE3B-D70F-3B88-033D-12CF611FBC39}"/>
          </ac:spMkLst>
        </pc:spChg>
        <pc:spChg chg="add">
          <ac:chgData name="Mr. Aryan" userId="b2073f8424c95c87" providerId="LiveId" clId="{053FD2AC-6FD6-4E73-A8E4-11BE512DCF4E}" dt="2026-09-07T08:09:13.730" v="395" actId="22"/>
          <ac:spMkLst>
            <pc:docMk/>
            <pc:sldMk cId="720051037" sldId="270"/>
            <ac:spMk id="7" creationId="{AA91E9E8-FC9D-A34D-54EE-7476A152452B}"/>
          </ac:spMkLst>
        </pc:spChg>
        <pc:spChg chg="add">
          <ac:chgData name="Mr. Aryan" userId="b2073f8424c95c87" providerId="LiveId" clId="{053FD2AC-6FD6-4E73-A8E4-11BE512DCF4E}" dt="2026-09-07T08:09:13.730" v="395" actId="22"/>
          <ac:spMkLst>
            <pc:docMk/>
            <pc:sldMk cId="720051037" sldId="270"/>
            <ac:spMk id="9" creationId="{2D6ABD64-3DF4-1728-B8C8-D2EC6DE9E434}"/>
          </ac:spMkLst>
        </pc:spChg>
        <pc:spChg chg="add">
          <ac:chgData name="Mr. Aryan" userId="b2073f8424c95c87" providerId="LiveId" clId="{053FD2AC-6FD6-4E73-A8E4-11BE512DCF4E}" dt="2026-09-07T08:09:13.730" v="395" actId="22"/>
          <ac:spMkLst>
            <pc:docMk/>
            <pc:sldMk cId="720051037" sldId="270"/>
            <ac:spMk id="13" creationId="{A3CF6D2F-9559-6E6B-1A93-5BC868C43AE9}"/>
          </ac:spMkLst>
        </pc:spChg>
        <pc:spChg chg="add">
          <ac:chgData name="Mr. Aryan" userId="b2073f8424c95c87" providerId="LiveId" clId="{053FD2AC-6FD6-4E73-A8E4-11BE512DCF4E}" dt="2026-09-07T08:09:13.730" v="395" actId="22"/>
          <ac:spMkLst>
            <pc:docMk/>
            <pc:sldMk cId="720051037" sldId="270"/>
            <ac:spMk id="15" creationId="{792A21DE-B10C-5897-92B2-AE302B975EE9}"/>
          </ac:spMkLst>
        </pc:spChg>
        <pc:spChg chg="add">
          <ac:chgData name="Mr. Aryan" userId="b2073f8424c95c87" providerId="LiveId" clId="{053FD2AC-6FD6-4E73-A8E4-11BE512DCF4E}" dt="2026-09-07T08:09:13.730" v="395" actId="22"/>
          <ac:spMkLst>
            <pc:docMk/>
            <pc:sldMk cId="720051037" sldId="270"/>
            <ac:spMk id="19" creationId="{2E231C58-1D3B-6697-1E40-31059AC3D804}"/>
          </ac:spMkLst>
        </pc:spChg>
        <pc:spChg chg="add">
          <ac:chgData name="Mr. Aryan" userId="b2073f8424c95c87" providerId="LiveId" clId="{053FD2AC-6FD6-4E73-A8E4-11BE512DCF4E}" dt="2026-09-07T08:09:13.730" v="395" actId="22"/>
          <ac:spMkLst>
            <pc:docMk/>
            <pc:sldMk cId="720051037" sldId="270"/>
            <ac:spMk id="21" creationId="{B0991E2B-64C2-6CED-4788-105F57B13CA0}"/>
          </ac:spMkLst>
        </pc:spChg>
        <pc:spChg chg="add">
          <ac:chgData name="Mr. Aryan" userId="b2073f8424c95c87" providerId="LiveId" clId="{053FD2AC-6FD6-4E73-A8E4-11BE512DCF4E}" dt="2026-09-07T08:09:13.730" v="395" actId="22"/>
          <ac:spMkLst>
            <pc:docMk/>
            <pc:sldMk cId="720051037" sldId="270"/>
            <ac:spMk id="25" creationId="{FBC4E2AA-CE88-7C46-AB36-5243B4AEA48C}"/>
          </ac:spMkLst>
        </pc:spChg>
        <pc:spChg chg="add">
          <ac:chgData name="Mr. Aryan" userId="b2073f8424c95c87" providerId="LiveId" clId="{053FD2AC-6FD6-4E73-A8E4-11BE512DCF4E}" dt="2026-09-07T08:09:13.730" v="395" actId="22"/>
          <ac:spMkLst>
            <pc:docMk/>
            <pc:sldMk cId="720051037" sldId="270"/>
            <ac:spMk id="27" creationId="{936D15F8-7B30-C8E3-58D1-1853A60C95F6}"/>
          </ac:spMkLst>
        </pc:spChg>
        <pc:spChg chg="del">
          <ac:chgData name="Mr. Aryan" userId="b2073f8424c95c87" providerId="LiveId" clId="{053FD2AC-6FD6-4E73-A8E4-11BE512DCF4E}" dt="2026-09-07T08:08:57.113" v="392" actId="478"/>
          <ac:spMkLst>
            <pc:docMk/>
            <pc:sldMk cId="720051037" sldId="270"/>
            <ac:spMk id="34" creationId="{F246B130-52AD-588C-D09C-16D4DD9DA316}"/>
          </ac:spMkLst>
        </pc:spChg>
        <pc:spChg chg="del">
          <ac:chgData name="Mr. Aryan" userId="b2073f8424c95c87" providerId="LiveId" clId="{053FD2AC-6FD6-4E73-A8E4-11BE512DCF4E}" dt="2026-09-07T08:08:57.113" v="392" actId="478"/>
          <ac:spMkLst>
            <pc:docMk/>
            <pc:sldMk cId="720051037" sldId="270"/>
            <ac:spMk id="36" creationId="{916F4637-212A-19BA-D644-9B94FFBC4005}"/>
          </ac:spMkLst>
        </pc:spChg>
        <pc:picChg chg="mod">
          <ac:chgData name="Mr. Aryan" userId="b2073f8424c95c87" providerId="LiveId" clId="{053FD2AC-6FD6-4E73-A8E4-11BE512DCF4E}" dt="2026-09-07T08:09:23.266" v="397" actId="1076"/>
          <ac:picMkLst>
            <pc:docMk/>
            <pc:sldMk cId="720051037" sldId="270"/>
            <ac:picMk id="5" creationId="{5333EA52-6784-E0E0-280F-817404459866}"/>
          </ac:picMkLst>
        </pc:picChg>
        <pc:picChg chg="add">
          <ac:chgData name="Mr. Aryan" userId="b2073f8424c95c87" providerId="LiveId" clId="{053FD2AC-6FD6-4E73-A8E4-11BE512DCF4E}" dt="2026-09-07T08:09:13.730" v="395" actId="22"/>
          <ac:picMkLst>
            <pc:docMk/>
            <pc:sldMk cId="720051037" sldId="270"/>
            <ac:picMk id="11" creationId="{A8A97BAF-AD02-75B0-9DDD-18FA39C475DE}"/>
          </ac:picMkLst>
        </pc:picChg>
        <pc:picChg chg="mod">
          <ac:chgData name="Mr. Aryan" userId="b2073f8424c95c87" providerId="LiveId" clId="{053FD2AC-6FD6-4E73-A8E4-11BE512DCF4E}" dt="2026-09-07T08:10:38.410" v="411" actId="1076"/>
          <ac:picMkLst>
            <pc:docMk/>
            <pc:sldMk cId="720051037" sldId="270"/>
            <ac:picMk id="29" creationId="{0F56D8E0-2849-BADF-BF14-480082E047C4}"/>
          </ac:picMkLst>
        </pc:picChg>
        <pc:picChg chg="mod">
          <ac:chgData name="Mr. Aryan" userId="b2073f8424c95c87" providerId="LiveId" clId="{053FD2AC-6FD6-4E73-A8E4-11BE512DCF4E}" dt="2026-09-07T08:10:15.126" v="409" actId="1076"/>
          <ac:picMkLst>
            <pc:docMk/>
            <pc:sldMk cId="720051037" sldId="270"/>
            <ac:picMk id="40" creationId="{D8BE5AF0-7BF4-073B-06B0-BAD92B3FA99E}"/>
          </ac:picMkLst>
        </pc:picChg>
      </pc:sldChg>
      <pc:sldChg chg="addSp delSp modSp add del mod">
        <pc:chgData name="Mr. Aryan" userId="b2073f8424c95c87" providerId="LiveId" clId="{053FD2AC-6FD6-4E73-A8E4-11BE512DCF4E}" dt="2026-09-07T07:38:50.909" v="176" actId="47"/>
        <pc:sldMkLst>
          <pc:docMk/>
          <pc:sldMk cId="1607883763" sldId="270"/>
        </pc:sldMkLst>
        <pc:spChg chg="add mod">
          <ac:chgData name="Mr. Aryan" userId="b2073f8424c95c87" providerId="LiveId" clId="{053FD2AC-6FD6-4E73-A8E4-11BE512DCF4E}" dt="2026-09-07T07:37:27.210" v="171" actId="1076"/>
          <ac:spMkLst>
            <pc:docMk/>
            <pc:sldMk cId="1607883763" sldId="270"/>
            <ac:spMk id="3" creationId="{C64E93D2-1BEB-2B51-6400-5994DAC5D647}"/>
          </ac:spMkLst>
        </pc:spChg>
        <pc:spChg chg="add mod">
          <ac:chgData name="Mr. Aryan" userId="b2073f8424c95c87" providerId="LiveId" clId="{053FD2AC-6FD6-4E73-A8E4-11BE512DCF4E}" dt="2026-09-07T07:37:27.210" v="171" actId="1076"/>
          <ac:spMkLst>
            <pc:docMk/>
            <pc:sldMk cId="1607883763" sldId="270"/>
            <ac:spMk id="5" creationId="{F52189ED-5A74-7A98-5D1F-9AF97B050127}"/>
          </ac:spMkLst>
        </pc:spChg>
        <pc:spChg chg="add mod">
          <ac:chgData name="Mr. Aryan" userId="b2073f8424c95c87" providerId="LiveId" clId="{053FD2AC-6FD6-4E73-A8E4-11BE512DCF4E}" dt="2026-09-07T07:37:27.210" v="171" actId="1076"/>
          <ac:spMkLst>
            <pc:docMk/>
            <pc:sldMk cId="1607883763" sldId="270"/>
            <ac:spMk id="7" creationId="{BD1B7DFE-D92A-3D0C-7117-3A2B7F7BC57F}"/>
          </ac:spMkLst>
        </pc:spChg>
        <pc:spChg chg="add mod">
          <ac:chgData name="Mr. Aryan" userId="b2073f8424c95c87" providerId="LiveId" clId="{053FD2AC-6FD6-4E73-A8E4-11BE512DCF4E}" dt="2026-09-07T07:37:27.210" v="171" actId="1076"/>
          <ac:spMkLst>
            <pc:docMk/>
            <pc:sldMk cId="1607883763" sldId="270"/>
            <ac:spMk id="9" creationId="{2901437E-A343-BC47-F90D-1C75F279EB1A}"/>
          </ac:spMkLst>
        </pc:spChg>
        <pc:spChg chg="add mod">
          <ac:chgData name="Mr. Aryan" userId="b2073f8424c95c87" providerId="LiveId" clId="{053FD2AC-6FD6-4E73-A8E4-11BE512DCF4E}" dt="2026-09-07T07:37:27.210" v="171" actId="1076"/>
          <ac:spMkLst>
            <pc:docMk/>
            <pc:sldMk cId="1607883763" sldId="270"/>
            <ac:spMk id="11" creationId="{008044A6-EABE-9838-77E5-E22A956CCA0C}"/>
          </ac:spMkLst>
        </pc:spChg>
        <pc:spChg chg="add mod">
          <ac:chgData name="Mr. Aryan" userId="b2073f8424c95c87" providerId="LiveId" clId="{053FD2AC-6FD6-4E73-A8E4-11BE512DCF4E}" dt="2026-09-07T07:37:27.210" v="171" actId="1076"/>
          <ac:spMkLst>
            <pc:docMk/>
            <pc:sldMk cId="1607883763" sldId="270"/>
            <ac:spMk id="13" creationId="{5220D949-C4D1-564C-BEDD-68847C804566}"/>
          </ac:spMkLst>
        </pc:spChg>
        <pc:spChg chg="add mod">
          <ac:chgData name="Mr. Aryan" userId="b2073f8424c95c87" providerId="LiveId" clId="{053FD2AC-6FD6-4E73-A8E4-11BE512DCF4E}" dt="2026-09-07T07:37:27.210" v="171" actId="1076"/>
          <ac:spMkLst>
            <pc:docMk/>
            <pc:sldMk cId="1607883763" sldId="270"/>
            <ac:spMk id="15" creationId="{E9ED7F20-751A-4749-485B-7C771319F962}"/>
          </ac:spMkLst>
        </pc:spChg>
        <pc:spChg chg="add mod">
          <ac:chgData name="Mr. Aryan" userId="b2073f8424c95c87" providerId="LiveId" clId="{053FD2AC-6FD6-4E73-A8E4-11BE512DCF4E}" dt="2026-09-07T07:37:27.210" v="171" actId="1076"/>
          <ac:spMkLst>
            <pc:docMk/>
            <pc:sldMk cId="1607883763" sldId="270"/>
            <ac:spMk id="17" creationId="{05EAAFFE-E502-075A-2027-7A55CD23BCE5}"/>
          </ac:spMkLst>
        </pc:spChg>
        <pc:spChg chg="del">
          <ac:chgData name="Mr. Aryan" userId="b2073f8424c95c87" providerId="LiveId" clId="{053FD2AC-6FD6-4E73-A8E4-11BE512DCF4E}" dt="2026-09-07T07:37:11.939" v="167" actId="478"/>
          <ac:spMkLst>
            <pc:docMk/>
            <pc:sldMk cId="1607883763" sldId="270"/>
            <ac:spMk id="70" creationId="{778C917D-888A-BBF0-8AF2-521FBD83158D}"/>
          </ac:spMkLst>
        </pc:spChg>
        <pc:spChg chg="del">
          <ac:chgData name="Mr. Aryan" userId="b2073f8424c95c87" providerId="LiveId" clId="{053FD2AC-6FD6-4E73-A8E4-11BE512DCF4E}" dt="2026-09-07T07:37:11.939" v="167" actId="478"/>
          <ac:spMkLst>
            <pc:docMk/>
            <pc:sldMk cId="1607883763" sldId="270"/>
            <ac:spMk id="74" creationId="{913BD611-A6A2-550C-C037-5571280FD021}"/>
          </ac:spMkLst>
        </pc:spChg>
        <pc:spChg chg="del">
          <ac:chgData name="Mr. Aryan" userId="b2073f8424c95c87" providerId="LiveId" clId="{053FD2AC-6FD6-4E73-A8E4-11BE512DCF4E}" dt="2026-09-07T07:37:11.939" v="167" actId="478"/>
          <ac:spMkLst>
            <pc:docMk/>
            <pc:sldMk cId="1607883763" sldId="270"/>
            <ac:spMk id="76" creationId="{E976633C-E850-9C56-4263-26C9E0EECDEA}"/>
          </ac:spMkLst>
        </pc:spChg>
        <pc:spChg chg="del">
          <ac:chgData name="Mr. Aryan" userId="b2073f8424c95c87" providerId="LiveId" clId="{053FD2AC-6FD6-4E73-A8E4-11BE512DCF4E}" dt="2026-09-07T07:37:11.939" v="167" actId="478"/>
          <ac:spMkLst>
            <pc:docMk/>
            <pc:sldMk cId="1607883763" sldId="270"/>
            <ac:spMk id="86" creationId="{D41AD41D-1021-4C89-3163-7C0C4B2DEDC1}"/>
          </ac:spMkLst>
        </pc:spChg>
        <pc:spChg chg="del">
          <ac:chgData name="Mr. Aryan" userId="b2073f8424c95c87" providerId="LiveId" clId="{053FD2AC-6FD6-4E73-A8E4-11BE512DCF4E}" dt="2026-09-07T07:37:11.939" v="167" actId="478"/>
          <ac:spMkLst>
            <pc:docMk/>
            <pc:sldMk cId="1607883763" sldId="270"/>
            <ac:spMk id="88" creationId="{7B6599D5-C050-0102-B1EA-CDCFDDDA988A}"/>
          </ac:spMkLst>
        </pc:spChg>
        <pc:spChg chg="del">
          <ac:chgData name="Mr. Aryan" userId="b2073f8424c95c87" providerId="LiveId" clId="{053FD2AC-6FD6-4E73-A8E4-11BE512DCF4E}" dt="2026-09-07T07:37:11.939" v="167" actId="478"/>
          <ac:spMkLst>
            <pc:docMk/>
            <pc:sldMk cId="1607883763" sldId="270"/>
            <ac:spMk id="90" creationId="{9542171E-4793-BCE6-D6EE-8DDC404769D0}"/>
          </ac:spMkLst>
        </pc:spChg>
        <pc:spChg chg="del">
          <ac:chgData name="Mr. Aryan" userId="b2073f8424c95c87" providerId="LiveId" clId="{053FD2AC-6FD6-4E73-A8E4-11BE512DCF4E}" dt="2026-09-07T07:37:11.939" v="167" actId="478"/>
          <ac:spMkLst>
            <pc:docMk/>
            <pc:sldMk cId="1607883763" sldId="270"/>
            <ac:spMk id="92" creationId="{2571347F-A41E-3304-357E-730D28A25B5E}"/>
          </ac:spMkLst>
        </pc:spChg>
        <pc:spChg chg="del">
          <ac:chgData name="Mr. Aryan" userId="b2073f8424c95c87" providerId="LiveId" clId="{053FD2AC-6FD6-4E73-A8E4-11BE512DCF4E}" dt="2026-09-07T07:37:11.939" v="167" actId="478"/>
          <ac:spMkLst>
            <pc:docMk/>
            <pc:sldMk cId="1607883763" sldId="270"/>
            <ac:spMk id="100" creationId="{C57F0A2F-C28D-A90D-F16E-BB55EFB00FCD}"/>
          </ac:spMkLst>
        </pc:spChg>
        <pc:spChg chg="del">
          <ac:chgData name="Mr. Aryan" userId="b2073f8424c95c87" providerId="LiveId" clId="{053FD2AC-6FD6-4E73-A8E4-11BE512DCF4E}" dt="2026-09-07T07:37:11.939" v="167" actId="478"/>
          <ac:spMkLst>
            <pc:docMk/>
            <pc:sldMk cId="1607883763" sldId="270"/>
            <ac:spMk id="102" creationId="{770903CE-A949-2755-AA97-A266A31E3552}"/>
          </ac:spMkLst>
        </pc:spChg>
        <pc:spChg chg="del">
          <ac:chgData name="Mr. Aryan" userId="b2073f8424c95c87" providerId="LiveId" clId="{053FD2AC-6FD6-4E73-A8E4-11BE512DCF4E}" dt="2026-09-07T07:37:11.939" v="167" actId="478"/>
          <ac:spMkLst>
            <pc:docMk/>
            <pc:sldMk cId="1607883763" sldId="270"/>
            <ac:spMk id="112" creationId="{2D516341-4443-5D74-B781-177D41A649E4}"/>
          </ac:spMkLst>
        </pc:spChg>
        <pc:picChg chg="add mod">
          <ac:chgData name="Mr. Aryan" userId="b2073f8424c95c87" providerId="LiveId" clId="{053FD2AC-6FD6-4E73-A8E4-11BE512DCF4E}" dt="2026-09-07T07:37:44.515" v="175" actId="1076"/>
          <ac:picMkLst>
            <pc:docMk/>
            <pc:sldMk cId="1607883763" sldId="270"/>
            <ac:picMk id="19" creationId="{D0786900-3C3F-527C-53C0-00BD2311D64C}"/>
          </ac:picMkLst>
        </pc:picChg>
      </pc:sldChg>
      <pc:sldChg chg="addSp delSp modSp add del mod modTransition">
        <pc:chgData name="Mr. Aryan" userId="b2073f8424c95c87" providerId="LiveId" clId="{053FD2AC-6FD6-4E73-A8E4-11BE512DCF4E}" dt="2026-09-07T08:07:37.001" v="390" actId="47"/>
        <pc:sldMkLst>
          <pc:docMk/>
          <pc:sldMk cId="2964080094" sldId="270"/>
        </pc:sldMkLst>
        <pc:spChg chg="add del">
          <ac:chgData name="Mr. Aryan" userId="b2073f8424c95c87" providerId="LiveId" clId="{053FD2AC-6FD6-4E73-A8E4-11BE512DCF4E}" dt="2026-09-07T08:04:33.782" v="347" actId="22"/>
          <ac:spMkLst>
            <pc:docMk/>
            <pc:sldMk cId="2964080094" sldId="270"/>
            <ac:spMk id="3" creationId="{81F2965A-A018-0BD5-5D4E-1D3926278590}"/>
          </ac:spMkLst>
        </pc:spChg>
        <pc:spChg chg="add del">
          <ac:chgData name="Mr. Aryan" userId="b2073f8424c95c87" providerId="LiveId" clId="{053FD2AC-6FD6-4E73-A8E4-11BE512DCF4E}" dt="2026-09-07T08:04:33.782" v="347" actId="22"/>
          <ac:spMkLst>
            <pc:docMk/>
            <pc:sldMk cId="2964080094" sldId="270"/>
            <ac:spMk id="5" creationId="{67E02286-7B8E-4773-5D33-4B040B360BAB}"/>
          </ac:spMkLst>
        </pc:spChg>
        <pc:spChg chg="add del">
          <ac:chgData name="Mr. Aryan" userId="b2073f8424c95c87" providerId="LiveId" clId="{053FD2AC-6FD6-4E73-A8E4-11BE512DCF4E}" dt="2026-09-07T08:04:40.878" v="351" actId="22"/>
          <ac:spMkLst>
            <pc:docMk/>
            <pc:sldMk cId="2964080094" sldId="270"/>
            <ac:spMk id="9" creationId="{D118AD15-DDC1-65F2-C486-C6E704E67387}"/>
          </ac:spMkLst>
        </pc:spChg>
        <pc:spChg chg="add del">
          <ac:chgData name="Mr. Aryan" userId="b2073f8424c95c87" providerId="LiveId" clId="{053FD2AC-6FD6-4E73-A8E4-11BE512DCF4E}" dt="2026-09-07T08:04:40.878" v="351" actId="22"/>
          <ac:spMkLst>
            <pc:docMk/>
            <pc:sldMk cId="2964080094" sldId="270"/>
            <ac:spMk id="11" creationId="{E9F547EB-EA48-32B7-E41D-6904E40AAEB4}"/>
          </ac:spMkLst>
        </pc:spChg>
        <pc:spChg chg="add del mod">
          <ac:chgData name="Mr. Aryan" userId="b2073f8424c95c87" providerId="LiveId" clId="{053FD2AC-6FD6-4E73-A8E4-11BE512DCF4E}" dt="2026-09-07T08:07:10.330" v="375" actId="22"/>
          <ac:spMkLst>
            <pc:docMk/>
            <pc:sldMk cId="2964080094" sldId="270"/>
            <ac:spMk id="15" creationId="{09929ABF-0472-5D73-D338-85A81CE92E0F}"/>
          </ac:spMkLst>
        </pc:spChg>
        <pc:spChg chg="add del mod">
          <ac:chgData name="Mr. Aryan" userId="b2073f8424c95c87" providerId="LiveId" clId="{053FD2AC-6FD6-4E73-A8E4-11BE512DCF4E}" dt="2026-09-07T08:07:10.330" v="375" actId="22"/>
          <ac:spMkLst>
            <pc:docMk/>
            <pc:sldMk cId="2964080094" sldId="270"/>
            <ac:spMk id="17" creationId="{B83FF9E0-8A1E-FEC9-5567-845B7DFBCE94}"/>
          </ac:spMkLst>
        </pc:spChg>
        <pc:spChg chg="add del">
          <ac:chgData name="Mr. Aryan" userId="b2073f8424c95c87" providerId="LiveId" clId="{053FD2AC-6FD6-4E73-A8E4-11BE512DCF4E}" dt="2026-09-07T08:05:16.263" v="359" actId="22"/>
          <ac:spMkLst>
            <pc:docMk/>
            <pc:sldMk cId="2964080094" sldId="270"/>
            <ac:spMk id="21" creationId="{62A27F8A-6FE9-0C77-88FD-CCF257ACC1B8}"/>
          </ac:spMkLst>
        </pc:spChg>
        <pc:spChg chg="add del">
          <ac:chgData name="Mr. Aryan" userId="b2073f8424c95c87" providerId="LiveId" clId="{053FD2AC-6FD6-4E73-A8E4-11BE512DCF4E}" dt="2026-09-07T08:05:16.263" v="359" actId="22"/>
          <ac:spMkLst>
            <pc:docMk/>
            <pc:sldMk cId="2964080094" sldId="270"/>
            <ac:spMk id="23" creationId="{94C43347-6653-7E5D-1E93-0652C62F8CD4}"/>
          </ac:spMkLst>
        </pc:spChg>
        <pc:spChg chg="add del">
          <ac:chgData name="Mr. Aryan" userId="b2073f8424c95c87" providerId="LiveId" clId="{053FD2AC-6FD6-4E73-A8E4-11BE512DCF4E}" dt="2026-09-07T08:05:21.190" v="363" actId="22"/>
          <ac:spMkLst>
            <pc:docMk/>
            <pc:sldMk cId="2964080094" sldId="270"/>
            <ac:spMk id="27" creationId="{A955C48E-DA32-261F-A180-B815D20AA541}"/>
          </ac:spMkLst>
        </pc:spChg>
        <pc:spChg chg="add del">
          <ac:chgData name="Mr. Aryan" userId="b2073f8424c95c87" providerId="LiveId" clId="{053FD2AC-6FD6-4E73-A8E4-11BE512DCF4E}" dt="2026-09-07T08:05:21.190" v="363" actId="22"/>
          <ac:spMkLst>
            <pc:docMk/>
            <pc:sldMk cId="2964080094" sldId="270"/>
            <ac:spMk id="29" creationId="{666B8290-F825-BCB7-0E54-C44949AA4434}"/>
          </ac:spMkLst>
        </pc:spChg>
        <pc:spChg chg="add del mod">
          <ac:chgData name="Mr. Aryan" userId="b2073f8424c95c87" providerId="LiveId" clId="{053FD2AC-6FD6-4E73-A8E4-11BE512DCF4E}" dt="2026-09-07T08:07:09.612" v="371" actId="22"/>
          <ac:spMkLst>
            <pc:docMk/>
            <pc:sldMk cId="2964080094" sldId="270"/>
            <ac:spMk id="33" creationId="{5F32AC97-9D0C-FBF0-27EB-06BA29E57D3B}"/>
          </ac:spMkLst>
        </pc:spChg>
        <pc:spChg chg="del mod">
          <ac:chgData name="Mr. Aryan" userId="b2073f8424c95c87" providerId="LiveId" clId="{053FD2AC-6FD6-4E73-A8E4-11BE512DCF4E}" dt="2026-09-07T08:03:13.324" v="332" actId="478"/>
          <ac:spMkLst>
            <pc:docMk/>
            <pc:sldMk cId="2964080094" sldId="270"/>
            <ac:spMk id="34" creationId="{D026EA9F-0F25-C571-7BB3-D7636D4231B9}"/>
          </ac:spMkLst>
        </pc:spChg>
        <pc:spChg chg="del">
          <ac:chgData name="Mr. Aryan" userId="b2073f8424c95c87" providerId="LiveId" clId="{053FD2AC-6FD6-4E73-A8E4-11BE512DCF4E}" dt="2026-09-07T08:03:15.365" v="333" actId="478"/>
          <ac:spMkLst>
            <pc:docMk/>
            <pc:sldMk cId="2964080094" sldId="270"/>
            <ac:spMk id="36" creationId="{505B58C6-A5BA-1720-63B9-4B4985491556}"/>
          </ac:spMkLst>
        </pc:spChg>
        <pc:spChg chg="add del mod">
          <ac:chgData name="Mr. Aryan" userId="b2073f8424c95c87" providerId="LiveId" clId="{053FD2AC-6FD6-4E73-A8E4-11BE512DCF4E}" dt="2026-09-07T08:07:09.612" v="371" actId="22"/>
          <ac:spMkLst>
            <pc:docMk/>
            <pc:sldMk cId="2964080094" sldId="270"/>
            <ac:spMk id="37" creationId="{2D6ADD70-760B-EB53-0EFE-F23674CD9782}"/>
          </ac:spMkLst>
        </pc:spChg>
        <pc:spChg chg="add">
          <ac:chgData name="Mr. Aryan" userId="b2073f8424c95c87" providerId="LiveId" clId="{053FD2AC-6FD6-4E73-A8E4-11BE512DCF4E}" dt="2026-09-07T08:07:20.401" v="388" actId="22"/>
          <ac:spMkLst>
            <pc:docMk/>
            <pc:sldMk cId="2964080094" sldId="270"/>
            <ac:spMk id="42" creationId="{0104F1A8-5264-4C8C-4024-BC33ED418D54}"/>
          </ac:spMkLst>
        </pc:spChg>
        <pc:spChg chg="add">
          <ac:chgData name="Mr. Aryan" userId="b2073f8424c95c87" providerId="LiveId" clId="{053FD2AC-6FD6-4E73-A8E4-11BE512DCF4E}" dt="2026-09-07T08:07:20.401" v="388" actId="22"/>
          <ac:spMkLst>
            <pc:docMk/>
            <pc:sldMk cId="2964080094" sldId="270"/>
            <ac:spMk id="44" creationId="{67B271C6-1BF4-BBAE-924D-905A15BCCAE1}"/>
          </ac:spMkLst>
        </pc:spChg>
        <pc:picChg chg="add del">
          <ac:chgData name="Mr. Aryan" userId="b2073f8424c95c87" providerId="LiveId" clId="{053FD2AC-6FD6-4E73-A8E4-11BE512DCF4E}" dt="2026-09-07T08:04:33.782" v="347" actId="22"/>
          <ac:picMkLst>
            <pc:docMk/>
            <pc:sldMk cId="2964080094" sldId="270"/>
            <ac:picMk id="7" creationId="{1B729857-20C7-B78F-6EBE-75DF68E23A46}"/>
          </ac:picMkLst>
        </pc:picChg>
        <pc:picChg chg="add del">
          <ac:chgData name="Mr. Aryan" userId="b2073f8424c95c87" providerId="LiveId" clId="{053FD2AC-6FD6-4E73-A8E4-11BE512DCF4E}" dt="2026-09-07T08:04:40.878" v="351" actId="22"/>
          <ac:picMkLst>
            <pc:docMk/>
            <pc:sldMk cId="2964080094" sldId="270"/>
            <ac:picMk id="13" creationId="{1D4C8500-9133-E4DF-2BD5-C109DD402F1D}"/>
          </ac:picMkLst>
        </pc:picChg>
        <pc:picChg chg="add del mod">
          <ac:chgData name="Mr. Aryan" userId="b2073f8424c95c87" providerId="LiveId" clId="{053FD2AC-6FD6-4E73-A8E4-11BE512DCF4E}" dt="2026-09-07T08:07:10.330" v="375" actId="22"/>
          <ac:picMkLst>
            <pc:docMk/>
            <pc:sldMk cId="2964080094" sldId="270"/>
            <ac:picMk id="19" creationId="{CA0CD138-AF6E-A7A1-C272-41E59AF2E701}"/>
          </ac:picMkLst>
        </pc:picChg>
        <pc:picChg chg="add del">
          <ac:chgData name="Mr. Aryan" userId="b2073f8424c95c87" providerId="LiveId" clId="{053FD2AC-6FD6-4E73-A8E4-11BE512DCF4E}" dt="2026-09-07T08:05:16.263" v="359" actId="22"/>
          <ac:picMkLst>
            <pc:docMk/>
            <pc:sldMk cId="2964080094" sldId="270"/>
            <ac:picMk id="25" creationId="{A8C9CD68-CCC2-5383-1F31-A1E014C32688}"/>
          </ac:picMkLst>
        </pc:picChg>
        <pc:picChg chg="add del">
          <ac:chgData name="Mr. Aryan" userId="b2073f8424c95c87" providerId="LiveId" clId="{053FD2AC-6FD6-4E73-A8E4-11BE512DCF4E}" dt="2026-09-07T08:05:21.190" v="363" actId="22"/>
          <ac:picMkLst>
            <pc:docMk/>
            <pc:sldMk cId="2964080094" sldId="270"/>
            <ac:picMk id="31" creationId="{FB8B576B-FA78-D246-D68B-1B84319885A4}"/>
          </ac:picMkLst>
        </pc:picChg>
        <pc:picChg chg="add del mod">
          <ac:chgData name="Mr. Aryan" userId="b2073f8424c95c87" providerId="LiveId" clId="{053FD2AC-6FD6-4E73-A8E4-11BE512DCF4E}" dt="2026-09-07T08:07:09.612" v="371" actId="22"/>
          <ac:picMkLst>
            <pc:docMk/>
            <pc:sldMk cId="2964080094" sldId="270"/>
            <ac:picMk id="39" creationId="{ACB37F12-77D3-8748-235B-EBC7A1151169}"/>
          </ac:picMkLst>
        </pc:picChg>
        <pc:picChg chg="mod">
          <ac:chgData name="Mr. Aryan" userId="b2073f8424c95c87" providerId="LiveId" clId="{053FD2AC-6FD6-4E73-A8E4-11BE512DCF4E}" dt="2026-09-07T08:07:12.822" v="387" actId="14100"/>
          <ac:picMkLst>
            <pc:docMk/>
            <pc:sldMk cId="2964080094" sldId="270"/>
            <ac:picMk id="40" creationId="{E877D5CB-9CAB-102A-5914-94BC40405EA7}"/>
          </ac:picMkLst>
        </pc:picChg>
        <pc:picChg chg="add del">
          <ac:chgData name="Mr. Aryan" userId="b2073f8424c95c87" providerId="LiveId" clId="{053FD2AC-6FD6-4E73-A8E4-11BE512DCF4E}" dt="2026-09-07T08:07:23.913" v="389" actId="478"/>
          <ac:picMkLst>
            <pc:docMk/>
            <pc:sldMk cId="2964080094" sldId="270"/>
            <ac:picMk id="46" creationId="{CB80D087-1E3B-89A3-7B59-B9A0D7E9DAF3}"/>
          </ac:picMkLst>
        </pc:picChg>
      </pc:sldChg>
      <pc:sldChg chg="addSp delSp modSp add del mod modTransition">
        <pc:chgData name="Mr. Aryan" userId="b2073f8424c95c87" providerId="LiveId" clId="{053FD2AC-6FD6-4E73-A8E4-11BE512DCF4E}" dt="2026-09-07T08:02:39.270" v="329" actId="47"/>
        <pc:sldMkLst>
          <pc:docMk/>
          <pc:sldMk cId="3641148085" sldId="270"/>
        </pc:sldMkLst>
        <pc:spChg chg="del">
          <ac:chgData name="Mr. Aryan" userId="b2073f8424c95c87" providerId="LiveId" clId="{053FD2AC-6FD6-4E73-A8E4-11BE512DCF4E}" dt="2026-09-07T08:01:14.548" v="313" actId="478"/>
          <ac:spMkLst>
            <pc:docMk/>
            <pc:sldMk cId="3641148085" sldId="270"/>
            <ac:spMk id="4" creationId="{8BB22E2B-5FC6-CB0A-E135-26E1729FB637}"/>
          </ac:spMkLst>
        </pc:spChg>
        <pc:spChg chg="del">
          <ac:chgData name="Mr. Aryan" userId="b2073f8424c95c87" providerId="LiveId" clId="{053FD2AC-6FD6-4E73-A8E4-11BE512DCF4E}" dt="2026-09-07T08:01:21.593" v="314" actId="478"/>
          <ac:spMkLst>
            <pc:docMk/>
            <pc:sldMk cId="3641148085" sldId="270"/>
            <ac:spMk id="6" creationId="{9368E9B8-2A8A-69EB-609F-E68686084E2D}"/>
          </ac:spMkLst>
        </pc:spChg>
        <pc:spChg chg="del">
          <ac:chgData name="Mr. Aryan" userId="b2073f8424c95c87" providerId="LiveId" clId="{053FD2AC-6FD6-4E73-A8E4-11BE512DCF4E}" dt="2026-09-07T08:01:14.548" v="313" actId="478"/>
          <ac:spMkLst>
            <pc:docMk/>
            <pc:sldMk cId="3641148085" sldId="270"/>
            <ac:spMk id="7" creationId="{C2DDA6DC-10CA-D0EB-3C64-F8048AE6A1D3}"/>
          </ac:spMkLst>
        </pc:spChg>
        <pc:spChg chg="del">
          <ac:chgData name="Mr. Aryan" userId="b2073f8424c95c87" providerId="LiveId" clId="{053FD2AC-6FD6-4E73-A8E4-11BE512DCF4E}" dt="2026-09-07T08:01:14.548" v="313" actId="478"/>
          <ac:spMkLst>
            <pc:docMk/>
            <pc:sldMk cId="3641148085" sldId="270"/>
            <ac:spMk id="8" creationId="{A5FEEDE9-29C9-F839-0693-21B3B2990307}"/>
          </ac:spMkLst>
        </pc:spChg>
        <pc:spChg chg="del">
          <ac:chgData name="Mr. Aryan" userId="b2073f8424c95c87" providerId="LiveId" clId="{053FD2AC-6FD6-4E73-A8E4-11BE512DCF4E}" dt="2026-09-07T08:01:14.548" v="313" actId="478"/>
          <ac:spMkLst>
            <pc:docMk/>
            <pc:sldMk cId="3641148085" sldId="270"/>
            <ac:spMk id="10" creationId="{525FB4D5-1B5B-9651-0247-75CD4F17212A}"/>
          </ac:spMkLst>
        </pc:spChg>
        <pc:spChg chg="del">
          <ac:chgData name="Mr. Aryan" userId="b2073f8424c95c87" providerId="LiveId" clId="{053FD2AC-6FD6-4E73-A8E4-11BE512DCF4E}" dt="2026-09-07T08:01:14.548" v="313" actId="478"/>
          <ac:spMkLst>
            <pc:docMk/>
            <pc:sldMk cId="3641148085" sldId="270"/>
            <ac:spMk id="12" creationId="{AA000D78-74ED-C377-5D47-9B56CA14E902}"/>
          </ac:spMkLst>
        </pc:spChg>
        <pc:spChg chg="del">
          <ac:chgData name="Mr. Aryan" userId="b2073f8424c95c87" providerId="LiveId" clId="{053FD2AC-6FD6-4E73-A8E4-11BE512DCF4E}" dt="2026-09-07T08:01:14.548" v="313" actId="478"/>
          <ac:spMkLst>
            <pc:docMk/>
            <pc:sldMk cId="3641148085" sldId="270"/>
            <ac:spMk id="13" creationId="{9375B0B3-778E-ACC0-A34E-7ABA86A3E5DE}"/>
          </ac:spMkLst>
        </pc:spChg>
        <pc:spChg chg="del">
          <ac:chgData name="Mr. Aryan" userId="b2073f8424c95c87" providerId="LiveId" clId="{053FD2AC-6FD6-4E73-A8E4-11BE512DCF4E}" dt="2026-09-07T08:01:14.548" v="313" actId="478"/>
          <ac:spMkLst>
            <pc:docMk/>
            <pc:sldMk cId="3641148085" sldId="270"/>
            <ac:spMk id="15" creationId="{8DA0769F-5CED-675C-2651-73BDA31E8CB9}"/>
          </ac:spMkLst>
        </pc:spChg>
        <pc:spChg chg="del">
          <ac:chgData name="Mr. Aryan" userId="b2073f8424c95c87" providerId="LiveId" clId="{053FD2AC-6FD6-4E73-A8E4-11BE512DCF4E}" dt="2026-09-07T08:01:14.548" v="313" actId="478"/>
          <ac:spMkLst>
            <pc:docMk/>
            <pc:sldMk cId="3641148085" sldId="270"/>
            <ac:spMk id="16" creationId="{90E2FF7E-2F28-0ACF-EA1B-F743E7EFE062}"/>
          </ac:spMkLst>
        </pc:spChg>
        <pc:spChg chg="del">
          <ac:chgData name="Mr. Aryan" userId="b2073f8424c95c87" providerId="LiveId" clId="{053FD2AC-6FD6-4E73-A8E4-11BE512DCF4E}" dt="2026-09-07T08:01:14.548" v="313" actId="478"/>
          <ac:spMkLst>
            <pc:docMk/>
            <pc:sldMk cId="3641148085" sldId="270"/>
            <ac:spMk id="18" creationId="{075F5C28-3A06-E73D-339F-52ABFB8ECDF7}"/>
          </ac:spMkLst>
        </pc:spChg>
        <pc:spChg chg="del">
          <ac:chgData name="Mr. Aryan" userId="b2073f8424c95c87" providerId="LiveId" clId="{053FD2AC-6FD6-4E73-A8E4-11BE512DCF4E}" dt="2026-09-07T08:01:14.548" v="313" actId="478"/>
          <ac:spMkLst>
            <pc:docMk/>
            <pc:sldMk cId="3641148085" sldId="270"/>
            <ac:spMk id="20" creationId="{F5B44035-C5FC-BE37-84C3-AE4186ED88AA}"/>
          </ac:spMkLst>
        </pc:spChg>
        <pc:spChg chg="del">
          <ac:chgData name="Mr. Aryan" userId="b2073f8424c95c87" providerId="LiveId" clId="{053FD2AC-6FD6-4E73-A8E4-11BE512DCF4E}" dt="2026-09-07T08:01:24.127" v="315" actId="478"/>
          <ac:spMkLst>
            <pc:docMk/>
            <pc:sldMk cId="3641148085" sldId="270"/>
            <ac:spMk id="22" creationId="{6AC6B8CB-7BCB-6858-F05A-494E62D97058}"/>
          </ac:spMkLst>
        </pc:spChg>
        <pc:spChg chg="add mod">
          <ac:chgData name="Mr. Aryan" userId="b2073f8424c95c87" providerId="LiveId" clId="{053FD2AC-6FD6-4E73-A8E4-11BE512DCF4E}" dt="2026-09-07T08:01:52.979" v="323" actId="207"/>
          <ac:spMkLst>
            <pc:docMk/>
            <pc:sldMk cId="3641148085" sldId="270"/>
            <ac:spMk id="24" creationId="{6EF7017A-9917-F365-5EEC-4CE22962E40A}"/>
          </ac:spMkLst>
        </pc:spChg>
        <pc:spChg chg="mod">
          <ac:chgData name="Mr. Aryan" userId="b2073f8424c95c87" providerId="LiveId" clId="{053FD2AC-6FD6-4E73-A8E4-11BE512DCF4E}" dt="2026-09-07T08:01:40.297" v="321" actId="14100"/>
          <ac:spMkLst>
            <pc:docMk/>
            <pc:sldMk cId="3641148085" sldId="270"/>
            <ac:spMk id="25" creationId="{3DFC88F2-7AE1-696A-6616-5E7AD4DB62F2}"/>
          </ac:spMkLst>
        </pc:spChg>
        <pc:spChg chg="del">
          <ac:chgData name="Mr. Aryan" userId="b2073f8424c95c87" providerId="LiveId" clId="{053FD2AC-6FD6-4E73-A8E4-11BE512DCF4E}" dt="2026-09-07T08:01:27.106" v="317" actId="478"/>
          <ac:spMkLst>
            <pc:docMk/>
            <pc:sldMk cId="3641148085" sldId="270"/>
            <ac:spMk id="26" creationId="{61ADE4AE-1800-540E-7DE5-2B96CBC18412}"/>
          </ac:spMkLst>
        </pc:spChg>
        <pc:spChg chg="del mod">
          <ac:chgData name="Mr. Aryan" userId="b2073f8424c95c87" providerId="LiveId" clId="{053FD2AC-6FD6-4E73-A8E4-11BE512DCF4E}" dt="2026-09-07T08:01:30.939" v="319" actId="478"/>
          <ac:spMkLst>
            <pc:docMk/>
            <pc:sldMk cId="3641148085" sldId="270"/>
            <ac:spMk id="28" creationId="{C93F4B6F-AD69-5FA0-3768-334DA3D54CCE}"/>
          </ac:spMkLst>
        </pc:spChg>
        <pc:spChg chg="add mod">
          <ac:chgData name="Mr. Aryan" userId="b2073f8424c95c87" providerId="LiveId" clId="{053FD2AC-6FD6-4E73-A8E4-11BE512DCF4E}" dt="2026-09-07T08:01:57.963" v="324" actId="207"/>
          <ac:spMkLst>
            <pc:docMk/>
            <pc:sldMk cId="3641148085" sldId="270"/>
            <ac:spMk id="30" creationId="{3E8D28EC-6D5E-8372-67FC-B08DFAE610A7}"/>
          </ac:spMkLst>
        </pc:spChg>
        <pc:spChg chg="del">
          <ac:chgData name="Mr. Aryan" userId="b2073f8424c95c87" providerId="LiveId" clId="{053FD2AC-6FD6-4E73-A8E4-11BE512DCF4E}" dt="2026-09-07T08:02:27.646" v="327" actId="478"/>
          <ac:spMkLst>
            <pc:docMk/>
            <pc:sldMk cId="3641148085" sldId="270"/>
            <ac:spMk id="31" creationId="{66D6F6F9-8054-2C3F-0C9C-EE2E5A2D7685}"/>
          </ac:spMkLst>
        </pc:spChg>
        <pc:picChg chg="del">
          <ac:chgData name="Mr. Aryan" userId="b2073f8424c95c87" providerId="LiveId" clId="{053FD2AC-6FD6-4E73-A8E4-11BE512DCF4E}" dt="2026-09-07T08:01:25.978" v="316" actId="478"/>
          <ac:picMkLst>
            <pc:docMk/>
            <pc:sldMk cId="3641148085" sldId="270"/>
            <ac:picMk id="27" creationId="{8B8A683F-9EFE-9BD4-A735-D31B65E20408}"/>
          </ac:picMkLst>
        </pc:picChg>
        <pc:picChg chg="add mod">
          <ac:chgData name="Mr. Aryan" userId="b2073f8424c95c87" providerId="LiveId" clId="{053FD2AC-6FD6-4E73-A8E4-11BE512DCF4E}" dt="2026-09-07T08:02:30.448" v="328" actId="1076"/>
          <ac:picMkLst>
            <pc:docMk/>
            <pc:sldMk cId="3641148085" sldId="270"/>
            <ac:picMk id="33" creationId="{C4881FA1-B88F-A8E8-0300-7685245A1241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737748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1:notes"/>
          <p:cNvSpPr txBox="1">
            <a:spLocks noGrp="1"/>
          </p:cNvSpPr>
          <p:nvPr>
            <p:ph type="body" idx="1"/>
          </p:nvPr>
        </p:nvSpPr>
        <p:spPr>
          <a:xfrm>
            <a:off x="822950" y="6949425"/>
            <a:ext cx="6583675" cy="65836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" name="Google Shape;20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-762000" y="1096963"/>
            <a:ext cx="9753600" cy="5486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2B7C3A-5BA6-BB26-C5A4-2D082D2FBC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372E731-5746-CAFC-FF18-A97927E9BB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8F93D62-4C5E-7DEB-D610-AFCBFD16F5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681622-6667-BC96-A41B-22A922BFE44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923224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3DB198-8BDC-B374-61B0-7C8B299A3E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F8874EB-430B-7987-D6D8-C75F92AB2A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27F48A3-C381-BCF0-F7CB-0E96ECB531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A0B670-2856-6821-4AE2-716BCD76C7A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214991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D456EE-9EF0-8B7B-6E4D-1948A50675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9349C89-633A-BA41-A623-4A21EAEF464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320F5DD-8E0F-A84E-BD9E-60B4217103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5FCE4A-959B-2EC5-A770-C1F241FD412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989974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FB1AF4-5C3A-AA64-DDA5-39950BB38A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0FFAFD3-700A-7710-D7FE-84D577555C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E7C33B6-678F-0444-5D48-C26B0B2BC5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DF6383-3BF7-3DE9-73EC-7D65AB0AD44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917238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E37957-A8E0-8909-67CA-BFB9468622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D008E9E-211E-8A47-1075-D1B7B1CD62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49F1F7C-0EC9-26C4-2F52-4B5BB910F0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7384E7-8723-53BB-861E-FB01716984A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845648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8D538A-1CE9-280B-9264-B98DFB241A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E7A486A-0FDA-F255-E030-EA1B664863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A7C8763-62A8-6DA0-9C27-35ABC4C633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83B434-8DED-2E7C-FE93-F2AAEB17BC9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06972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obj">
  <p:cSld name="Title Only">
    <p:spTree>
      <p:nvGrpSpPr>
        <p:cNvPr id="1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7;p15"/>
          <p:cNvSpPr txBox="1">
            <a:spLocks noGrp="1"/>
          </p:cNvSpPr>
          <p:nvPr>
            <p:ph type="title"/>
          </p:nvPr>
        </p:nvSpPr>
        <p:spPr>
          <a:xfrm>
            <a:off x="1141341" y="1867875"/>
            <a:ext cx="9909318" cy="32810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6400"/>
              <a:buFont typeface="Times New Roman"/>
              <a:buNone/>
              <a:defRPr sz="5333" b="0" i="0" u="none" strike="noStrike" cap="none">
                <a:solidFill>
                  <a:srgbClr val="19191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9pPr>
          </a:lstStyle>
          <a:p>
            <a:endParaRPr/>
          </a:p>
        </p:txBody>
      </p:sp>
      <p:sp>
        <p:nvSpPr>
          <p:cNvPr id="8" name="Google Shape;8;p15"/>
          <p:cNvSpPr txBox="1">
            <a:spLocks noGrp="1"/>
          </p:cNvSpPr>
          <p:nvPr>
            <p:ph type="ftr" idx="11"/>
          </p:nvPr>
        </p:nvSpPr>
        <p:spPr>
          <a:xfrm>
            <a:off x="4145280" y="6377940"/>
            <a:ext cx="3901440" cy="3428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5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5"/>
          <p:cNvSpPr txBox="1">
            <a:spLocks noGrp="1"/>
          </p:cNvSpPr>
          <p:nvPr>
            <p:ph type="dt" idx="10"/>
          </p:nvPr>
        </p:nvSpPr>
        <p:spPr>
          <a:xfrm>
            <a:off x="609600" y="6377940"/>
            <a:ext cx="2804160" cy="3428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5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5"/>
          <p:cNvSpPr txBox="1">
            <a:spLocks noGrp="1"/>
          </p:cNvSpPr>
          <p:nvPr>
            <p:ph type="sldNum" idx="12"/>
          </p:nvPr>
        </p:nvSpPr>
        <p:spPr>
          <a:xfrm>
            <a:off x="8778240" y="6377940"/>
            <a:ext cx="2804160" cy="3428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5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5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5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5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5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5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5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5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5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43950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svg"/><Relationship Id="rId5" Type="http://schemas.openxmlformats.org/officeDocument/2006/relationships/image" Target="../media/image13.svg"/><Relationship Id="rId4" Type="http://schemas.openxmlformats.org/officeDocument/2006/relationships/image" Target="../media/image12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svg"/><Relationship Id="rId5" Type="http://schemas.openxmlformats.org/officeDocument/2006/relationships/image" Target="../media/image21.svg"/><Relationship Id="rId4" Type="http://schemas.openxmlformats.org/officeDocument/2006/relationships/image" Target="../media/image20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BFA"/>
        </a:solidFill>
        <a:effectLst/>
      </p:bgPr>
    </p:bg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"/>
          <p:cNvSpPr txBox="1"/>
          <p:nvPr/>
        </p:nvSpPr>
        <p:spPr>
          <a:xfrm>
            <a:off x="1363339" y="3365625"/>
            <a:ext cx="8685033" cy="1343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54" tIns="60917" rIns="121854" bIns="60917" anchor="t" anchorCtr="0">
            <a:normAutofit/>
          </a:bodyPr>
          <a:lstStyle/>
          <a:p>
            <a:pPr algn="ctr"/>
            <a:r>
              <a:rPr lang="en-US" sz="2167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Computer Science Engineering</a:t>
            </a:r>
            <a:endParaRPr sz="1500" dirty="0"/>
          </a:p>
          <a:p>
            <a:pPr algn="ctr"/>
            <a:endParaRPr sz="2167" b="1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ctr"/>
            <a:r>
              <a:rPr lang="en-US" sz="2800" b="1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AlluminiConnect</a:t>
            </a:r>
            <a:endParaRPr sz="2800" b="1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5" name="Google Shape;25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652077" y="1133102"/>
            <a:ext cx="2107556" cy="2123781"/>
          </a:xfrm>
          <a:prstGeom prst="rect">
            <a:avLst/>
          </a:prstGeom>
          <a:noFill/>
          <a:ln>
            <a:noFill/>
          </a:ln>
        </p:spPr>
      </p:pic>
      <p:sp>
        <p:nvSpPr>
          <p:cNvPr id="26" name="Google Shape;26;p1"/>
          <p:cNvSpPr txBox="1"/>
          <p:nvPr/>
        </p:nvSpPr>
        <p:spPr>
          <a:xfrm>
            <a:off x="1750186" y="186412"/>
            <a:ext cx="8104260" cy="8379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6917" rIns="0" bIns="0" anchor="b" anchorCtr="0">
            <a:spAutoFit/>
          </a:bodyPr>
          <a:lstStyle/>
          <a:p>
            <a:pPr marL="18617" marR="6770" indent="-1692" algn="ctr"/>
            <a:r>
              <a:rPr lang="en-US" sz="2667" dirty="0">
                <a:solidFill>
                  <a:srgbClr val="19191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Shri Vaishnav Vidyapeeth Vishwavidyalaya </a:t>
            </a:r>
            <a:br>
              <a:rPr lang="en-US" sz="2667" dirty="0">
                <a:solidFill>
                  <a:srgbClr val="191919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2667" dirty="0">
                <a:solidFill>
                  <a:srgbClr val="19191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Shri Vaishnav Institute of Information Technology</a:t>
            </a:r>
            <a:endParaRPr sz="15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FFD0480-C99D-5846-02DE-4AB0D98A7BF3}"/>
              </a:ext>
            </a:extLst>
          </p:cNvPr>
          <p:cNvSpPr txBox="1"/>
          <p:nvPr/>
        </p:nvSpPr>
        <p:spPr>
          <a:xfrm>
            <a:off x="315982" y="5001531"/>
            <a:ext cx="4649164" cy="4258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167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Mentor: Dr. </a:t>
            </a:r>
            <a:r>
              <a:rPr lang="en-US" sz="2167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Avdesh</a:t>
            </a:r>
            <a:r>
              <a:rPr lang="en-US" sz="2167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Kumar Sharma</a:t>
            </a:r>
            <a:endParaRPr lang="hi-IN" sz="2167" b="1" dirty="0">
              <a:latin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2C356D5-9552-5E1B-C404-AA3B3E572DFF}"/>
              </a:ext>
            </a:extLst>
          </p:cNvPr>
          <p:cNvSpPr txBox="1"/>
          <p:nvPr/>
        </p:nvSpPr>
        <p:spPr>
          <a:xfrm>
            <a:off x="315982" y="5719939"/>
            <a:ext cx="5281126" cy="4258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167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Course Teacher: prof. Varsha Choudhary </a:t>
            </a:r>
            <a:endParaRPr lang="hi-IN" sz="2167" b="1" dirty="0">
              <a:latin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2E4E37F-ACD4-BB26-E67E-E5B659D9F2E0}"/>
              </a:ext>
            </a:extLst>
          </p:cNvPr>
          <p:cNvSpPr txBox="1"/>
          <p:nvPr/>
        </p:nvSpPr>
        <p:spPr>
          <a:xfrm>
            <a:off x="8428226" y="4978778"/>
            <a:ext cx="4649164" cy="10928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167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Submitted by: Aryan Gore</a:t>
            </a:r>
          </a:p>
          <a:p>
            <a:r>
              <a:rPr lang="en-US" sz="2167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            Jayesh Khatke </a:t>
            </a:r>
          </a:p>
          <a:p>
            <a:r>
              <a:rPr lang="en-US" sz="2167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endParaRPr lang="hi-IN" sz="2167" b="1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5E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57FD93F-043C-204C-939F-5C93617DD9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DBBC3CCA-7D9E-1668-C123-53FA2ABE6842}"/>
              </a:ext>
            </a:extLst>
          </p:cNvPr>
          <p:cNvSpPr/>
          <p:nvPr/>
        </p:nvSpPr>
        <p:spPr>
          <a:xfrm>
            <a:off x="523708" y="594360"/>
            <a:ext cx="566928" cy="566928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3" name="Image 0" descr="/home/claude/alumniconnect-ppt/icons/problem.png">
            <a:extLst>
              <a:ext uri="{FF2B5EF4-FFF2-40B4-BE49-F238E27FC236}">
                <a16:creationId xmlns:a16="http://schemas.microsoft.com/office/drawing/2014/main" id="{DDEFA519-6AAA-A7BE-7EA0-AE4E689D65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770" y="729325"/>
            <a:ext cx="294803" cy="294803"/>
          </a:xfrm>
          <a:prstGeom prst="rect">
            <a:avLst/>
          </a:prstGeom>
        </p:spPr>
      </p:pic>
      <p:sp>
        <p:nvSpPr>
          <p:cNvPr id="4" name="Text 1">
            <a:extLst>
              <a:ext uri="{FF2B5EF4-FFF2-40B4-BE49-F238E27FC236}">
                <a16:creationId xmlns:a16="http://schemas.microsoft.com/office/drawing/2014/main" id="{025B97F9-CDC1-24D1-8EC1-E449C19F4F12}"/>
              </a:ext>
            </a:extLst>
          </p:cNvPr>
          <p:cNvSpPr txBox="1"/>
          <p:nvPr/>
        </p:nvSpPr>
        <p:spPr>
          <a:xfrm>
            <a:off x="1234440" y="45720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3000" dirty="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4A9C9E3E-7A84-D1C3-3FDA-6720FBF315A9}"/>
              </a:ext>
            </a:extLst>
          </p:cNvPr>
          <p:cNvSpPr txBox="1"/>
          <p:nvPr/>
        </p:nvSpPr>
        <p:spPr>
          <a:xfrm>
            <a:off x="1234440" y="102412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PROJECT</a:t>
            </a:r>
            <a:endParaRPr lang="en-US" sz="1100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282A0D6C-081C-3D6F-EFFB-B9C0CEFCD38C}"/>
              </a:ext>
            </a:extLst>
          </p:cNvPr>
          <p:cNvSpPr txBox="1"/>
          <p:nvPr/>
        </p:nvSpPr>
        <p:spPr>
          <a:xfrm>
            <a:off x="393441" y="1734232"/>
            <a:ext cx="6209624" cy="428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institutions have no reliable, centralized system for alumni data.</a:t>
            </a:r>
            <a:endParaRPr lang="en-US" sz="200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details, academic records, and career updates scatter across spreadsheets, emails, and personal devices — or are lost outright.</a:t>
            </a:r>
            <a:endParaRPr lang="en-US" sz="200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Alumni communication is often limited to informal WhatsApp groups and outdated mailing lists.</a:t>
            </a:r>
            <a:endParaRPr lang="en-US" sz="200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result: long-term engagement between the institution, its alumni, and its current students stays difficult to sustain.</a:t>
            </a:r>
            <a:endParaRPr lang="en-US" sz="2000" dirty="0"/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DA18F5F5-13EA-060B-C28E-155AE914DA2D}"/>
              </a:ext>
            </a:extLst>
          </p:cNvPr>
          <p:cNvSpPr/>
          <p:nvPr/>
        </p:nvSpPr>
        <p:spPr>
          <a:xfrm>
            <a:off x="6903720" y="1691640"/>
            <a:ext cx="3977640" cy="658368"/>
          </a:xfrm>
          <a:prstGeom prst="roundRect">
            <a:avLst>
              <a:gd name="adj" fmla="val 11111"/>
            </a:avLst>
          </a:prstGeom>
          <a:solidFill>
            <a:srgbClr val="F2EDE5"/>
          </a:solidFill>
          <a:ln w="12700">
            <a:solidFill>
              <a:srgbClr val="DCE3EC"/>
            </a:solidFill>
            <a:prstDash val="solid"/>
          </a:ln>
          <a:effectLst>
            <a:outerShdw blurRad="76200" dist="25400" dir="5400000" algn="bl" rotWithShape="0">
              <a:srgbClr val="1F2933">
                <a:alpha val="12000"/>
              </a:srgbClr>
            </a:outerShdw>
          </a:effectLst>
        </p:spPr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D2C85CBD-A68F-0D62-7C0E-999FB9B4A884}"/>
              </a:ext>
            </a:extLst>
          </p:cNvPr>
          <p:cNvSpPr/>
          <p:nvPr/>
        </p:nvSpPr>
        <p:spPr>
          <a:xfrm>
            <a:off x="7059168" y="1810512"/>
            <a:ext cx="420624" cy="420624"/>
          </a:xfrm>
          <a:prstGeom prst="ellipse">
            <a:avLst/>
          </a:prstGeom>
          <a:solidFill>
            <a:srgbClr val="6B7A8C"/>
          </a:solidFill>
          <a:ln/>
        </p:spPr>
      </p:sp>
      <p:pic>
        <p:nvPicPr>
          <p:cNvPr id="9" name="Image 1" descr="/home/claude/alumniconnect-ppt/icons/database.png">
            <a:extLst>
              <a:ext uri="{FF2B5EF4-FFF2-40B4-BE49-F238E27FC236}">
                <a16:creationId xmlns:a16="http://schemas.microsoft.com/office/drawing/2014/main" id="{AB568CF1-7CC6-F4F2-44F3-E063655804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60118" y="1911462"/>
            <a:ext cx="218724" cy="218724"/>
          </a:xfrm>
          <a:prstGeom prst="rect">
            <a:avLst/>
          </a:prstGeom>
        </p:spPr>
      </p:pic>
      <p:sp>
        <p:nvSpPr>
          <p:cNvPr id="10" name="Text 6">
            <a:extLst>
              <a:ext uri="{FF2B5EF4-FFF2-40B4-BE49-F238E27FC236}">
                <a16:creationId xmlns:a16="http://schemas.microsoft.com/office/drawing/2014/main" id="{0CBA17AF-2B01-CDD5-06E3-95577D499084}"/>
              </a:ext>
            </a:extLst>
          </p:cNvPr>
          <p:cNvSpPr txBox="1"/>
          <p:nvPr/>
        </p:nvSpPr>
        <p:spPr>
          <a:xfrm>
            <a:off x="7635240" y="1691640"/>
            <a:ext cx="3108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Spreadsheets on personal laptops</a:t>
            </a:r>
            <a:endParaRPr lang="en-US" dirty="0"/>
          </a:p>
        </p:txBody>
      </p:sp>
      <p:sp>
        <p:nvSpPr>
          <p:cNvPr id="11" name="Shape 7">
            <a:extLst>
              <a:ext uri="{FF2B5EF4-FFF2-40B4-BE49-F238E27FC236}">
                <a16:creationId xmlns:a16="http://schemas.microsoft.com/office/drawing/2014/main" id="{4E9D76AC-1503-92E1-1255-4D607ED01919}"/>
              </a:ext>
            </a:extLst>
          </p:cNvPr>
          <p:cNvSpPr/>
          <p:nvPr/>
        </p:nvSpPr>
        <p:spPr>
          <a:xfrm>
            <a:off x="10927080" y="2020824"/>
            <a:ext cx="502920" cy="9144"/>
          </a:xfrm>
          <a:prstGeom prst="line">
            <a:avLst/>
          </a:prstGeom>
          <a:noFill/>
          <a:ln w="19050">
            <a:solidFill>
              <a:srgbClr val="E8A33D"/>
            </a:solidFill>
            <a:prstDash val="dash"/>
          </a:ln>
        </p:spPr>
      </p:sp>
      <p:sp>
        <p:nvSpPr>
          <p:cNvPr id="12" name="Shape 8">
            <a:extLst>
              <a:ext uri="{FF2B5EF4-FFF2-40B4-BE49-F238E27FC236}">
                <a16:creationId xmlns:a16="http://schemas.microsoft.com/office/drawing/2014/main" id="{A3E73CE2-3F60-A606-A797-7FA486D8034F}"/>
              </a:ext>
            </a:extLst>
          </p:cNvPr>
          <p:cNvSpPr/>
          <p:nvPr/>
        </p:nvSpPr>
        <p:spPr>
          <a:xfrm>
            <a:off x="6903720" y="2532888"/>
            <a:ext cx="3977640" cy="658368"/>
          </a:xfrm>
          <a:prstGeom prst="roundRect">
            <a:avLst>
              <a:gd name="adj" fmla="val 11111"/>
            </a:avLst>
          </a:prstGeom>
          <a:solidFill>
            <a:srgbClr val="F2EDE5"/>
          </a:solidFill>
          <a:ln w="12700">
            <a:solidFill>
              <a:srgbClr val="DCE3EC"/>
            </a:solidFill>
            <a:prstDash val="solid"/>
          </a:ln>
          <a:effectLst>
            <a:outerShdw blurRad="76200" dist="25400" dir="5400000" algn="bl" rotWithShape="0">
              <a:srgbClr val="1F2933">
                <a:alpha val="12000"/>
              </a:srgbClr>
            </a:outerShdw>
          </a:effectLst>
        </p:spPr>
      </p:sp>
      <p:sp>
        <p:nvSpPr>
          <p:cNvPr id="13" name="Shape 9">
            <a:extLst>
              <a:ext uri="{FF2B5EF4-FFF2-40B4-BE49-F238E27FC236}">
                <a16:creationId xmlns:a16="http://schemas.microsoft.com/office/drawing/2014/main" id="{EEFF1536-B174-7E3A-299F-79D507E3A38C}"/>
              </a:ext>
            </a:extLst>
          </p:cNvPr>
          <p:cNvSpPr/>
          <p:nvPr/>
        </p:nvSpPr>
        <p:spPr>
          <a:xfrm>
            <a:off x="7059168" y="2651760"/>
            <a:ext cx="420624" cy="420624"/>
          </a:xfrm>
          <a:prstGeom prst="ellipse">
            <a:avLst/>
          </a:prstGeom>
          <a:solidFill>
            <a:srgbClr val="6B7A8C"/>
          </a:solidFill>
          <a:ln/>
        </p:spPr>
      </p:sp>
      <p:pic>
        <p:nvPicPr>
          <p:cNvPr id="14" name="Image 2" descr="/home/claude/alumniconnect-ppt/icons/users.png">
            <a:extLst>
              <a:ext uri="{FF2B5EF4-FFF2-40B4-BE49-F238E27FC236}">
                <a16:creationId xmlns:a16="http://schemas.microsoft.com/office/drawing/2014/main" id="{A1982112-715C-CFAD-4A4F-75B51E40E5C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60118" y="2752710"/>
            <a:ext cx="218724" cy="218724"/>
          </a:xfrm>
          <a:prstGeom prst="rect">
            <a:avLst/>
          </a:prstGeom>
        </p:spPr>
      </p:pic>
      <p:sp>
        <p:nvSpPr>
          <p:cNvPr id="15" name="Text 10">
            <a:extLst>
              <a:ext uri="{FF2B5EF4-FFF2-40B4-BE49-F238E27FC236}">
                <a16:creationId xmlns:a16="http://schemas.microsoft.com/office/drawing/2014/main" id="{FAA3DF8D-9619-1640-DE7C-5DCDF1690E07}"/>
              </a:ext>
            </a:extLst>
          </p:cNvPr>
          <p:cNvSpPr txBox="1"/>
          <p:nvPr/>
        </p:nvSpPr>
        <p:spPr>
          <a:xfrm>
            <a:off x="7635240" y="2532888"/>
            <a:ext cx="3108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Informal WhatsApp groups</a:t>
            </a:r>
            <a:endParaRPr lang="en-US" dirty="0"/>
          </a:p>
        </p:txBody>
      </p:sp>
      <p:sp>
        <p:nvSpPr>
          <p:cNvPr id="16" name="Shape 11">
            <a:extLst>
              <a:ext uri="{FF2B5EF4-FFF2-40B4-BE49-F238E27FC236}">
                <a16:creationId xmlns:a16="http://schemas.microsoft.com/office/drawing/2014/main" id="{D7238A7C-F355-9C1A-BE8A-1C09D7A461A8}"/>
              </a:ext>
            </a:extLst>
          </p:cNvPr>
          <p:cNvSpPr/>
          <p:nvPr/>
        </p:nvSpPr>
        <p:spPr>
          <a:xfrm>
            <a:off x="10927080" y="2862072"/>
            <a:ext cx="502920" cy="9144"/>
          </a:xfrm>
          <a:prstGeom prst="line">
            <a:avLst/>
          </a:prstGeom>
          <a:noFill/>
          <a:ln w="19050">
            <a:solidFill>
              <a:srgbClr val="E8A33D"/>
            </a:solidFill>
            <a:prstDash val="dash"/>
          </a:ln>
        </p:spPr>
      </p:sp>
      <p:sp>
        <p:nvSpPr>
          <p:cNvPr id="17" name="Shape 12">
            <a:extLst>
              <a:ext uri="{FF2B5EF4-FFF2-40B4-BE49-F238E27FC236}">
                <a16:creationId xmlns:a16="http://schemas.microsoft.com/office/drawing/2014/main" id="{4A295CF7-DBF4-7034-6B8F-60CD02CAB316}"/>
              </a:ext>
            </a:extLst>
          </p:cNvPr>
          <p:cNvSpPr/>
          <p:nvPr/>
        </p:nvSpPr>
        <p:spPr>
          <a:xfrm>
            <a:off x="6903720" y="3374136"/>
            <a:ext cx="3977640" cy="658368"/>
          </a:xfrm>
          <a:prstGeom prst="roundRect">
            <a:avLst>
              <a:gd name="adj" fmla="val 11111"/>
            </a:avLst>
          </a:prstGeom>
          <a:solidFill>
            <a:srgbClr val="F2EDE5"/>
          </a:solidFill>
          <a:ln w="12700">
            <a:solidFill>
              <a:srgbClr val="DCE3EC"/>
            </a:solidFill>
            <a:prstDash val="solid"/>
          </a:ln>
          <a:effectLst>
            <a:outerShdw blurRad="76200" dist="25400" dir="5400000" algn="bl" rotWithShape="0">
              <a:srgbClr val="1F2933">
                <a:alpha val="12000"/>
              </a:srgbClr>
            </a:outerShdw>
          </a:effectLst>
        </p:spPr>
      </p:sp>
      <p:sp>
        <p:nvSpPr>
          <p:cNvPr id="18" name="Shape 13">
            <a:extLst>
              <a:ext uri="{FF2B5EF4-FFF2-40B4-BE49-F238E27FC236}">
                <a16:creationId xmlns:a16="http://schemas.microsoft.com/office/drawing/2014/main" id="{A3906008-8C1D-C820-F570-D44C6732036C}"/>
              </a:ext>
            </a:extLst>
          </p:cNvPr>
          <p:cNvSpPr/>
          <p:nvPr/>
        </p:nvSpPr>
        <p:spPr>
          <a:xfrm>
            <a:off x="7059168" y="3493008"/>
            <a:ext cx="420624" cy="420624"/>
          </a:xfrm>
          <a:prstGeom prst="ellipse">
            <a:avLst/>
          </a:prstGeom>
          <a:solidFill>
            <a:srgbClr val="6B7A8C"/>
          </a:solidFill>
          <a:ln/>
        </p:spPr>
      </p:sp>
      <p:pic>
        <p:nvPicPr>
          <p:cNvPr id="19" name="Image 3" descr="/home/claude/alumniconnect-ppt/icons/database.png">
            <a:extLst>
              <a:ext uri="{FF2B5EF4-FFF2-40B4-BE49-F238E27FC236}">
                <a16:creationId xmlns:a16="http://schemas.microsoft.com/office/drawing/2014/main" id="{A7EFEA15-C58C-B198-F7AE-00AF224D26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60118" y="3593958"/>
            <a:ext cx="218724" cy="218724"/>
          </a:xfrm>
          <a:prstGeom prst="rect">
            <a:avLst/>
          </a:prstGeom>
        </p:spPr>
      </p:pic>
      <p:sp>
        <p:nvSpPr>
          <p:cNvPr id="20" name="Text 14">
            <a:extLst>
              <a:ext uri="{FF2B5EF4-FFF2-40B4-BE49-F238E27FC236}">
                <a16:creationId xmlns:a16="http://schemas.microsoft.com/office/drawing/2014/main" id="{B06EDB4C-4E42-E96B-55B7-CDD030E142B8}"/>
              </a:ext>
            </a:extLst>
          </p:cNvPr>
          <p:cNvSpPr txBox="1"/>
          <p:nvPr/>
        </p:nvSpPr>
        <p:spPr>
          <a:xfrm>
            <a:off x="7635240" y="3374136"/>
            <a:ext cx="3108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Outdated mailing lists</a:t>
            </a:r>
            <a:endParaRPr lang="en-US" dirty="0"/>
          </a:p>
        </p:txBody>
      </p:sp>
      <p:sp>
        <p:nvSpPr>
          <p:cNvPr id="21" name="Shape 15">
            <a:extLst>
              <a:ext uri="{FF2B5EF4-FFF2-40B4-BE49-F238E27FC236}">
                <a16:creationId xmlns:a16="http://schemas.microsoft.com/office/drawing/2014/main" id="{31BDC830-DB23-E3B1-756D-C3943380B3CC}"/>
              </a:ext>
            </a:extLst>
          </p:cNvPr>
          <p:cNvSpPr/>
          <p:nvPr/>
        </p:nvSpPr>
        <p:spPr>
          <a:xfrm>
            <a:off x="10927080" y="3703320"/>
            <a:ext cx="502920" cy="9144"/>
          </a:xfrm>
          <a:prstGeom prst="line">
            <a:avLst/>
          </a:prstGeom>
          <a:noFill/>
          <a:ln w="19050">
            <a:solidFill>
              <a:srgbClr val="E8A33D"/>
            </a:solidFill>
            <a:prstDash val="dash"/>
          </a:ln>
        </p:spPr>
      </p:sp>
      <p:sp>
        <p:nvSpPr>
          <p:cNvPr id="22" name="Shape 16">
            <a:extLst>
              <a:ext uri="{FF2B5EF4-FFF2-40B4-BE49-F238E27FC236}">
                <a16:creationId xmlns:a16="http://schemas.microsoft.com/office/drawing/2014/main" id="{B45BF4DD-D13F-4472-960C-187D27EC12DC}"/>
              </a:ext>
            </a:extLst>
          </p:cNvPr>
          <p:cNvSpPr/>
          <p:nvPr/>
        </p:nvSpPr>
        <p:spPr>
          <a:xfrm flipH="1">
            <a:off x="11410613" y="2020823"/>
            <a:ext cx="19387" cy="2807209"/>
          </a:xfrm>
          <a:prstGeom prst="line">
            <a:avLst/>
          </a:prstGeom>
          <a:noFill/>
          <a:ln w="19050">
            <a:solidFill>
              <a:srgbClr val="E8A33D"/>
            </a:solidFill>
            <a:prstDash val="dash"/>
          </a:ln>
        </p:spPr>
      </p:sp>
      <p:sp>
        <p:nvSpPr>
          <p:cNvPr id="25" name="Shape 18">
            <a:extLst>
              <a:ext uri="{FF2B5EF4-FFF2-40B4-BE49-F238E27FC236}">
                <a16:creationId xmlns:a16="http://schemas.microsoft.com/office/drawing/2014/main" id="{52B17E8F-A169-4C7A-C22C-53D2175D49F1}"/>
              </a:ext>
            </a:extLst>
          </p:cNvPr>
          <p:cNvSpPr/>
          <p:nvPr/>
        </p:nvSpPr>
        <p:spPr>
          <a:xfrm>
            <a:off x="6603066" y="4507993"/>
            <a:ext cx="4480560" cy="868680"/>
          </a:xfrm>
          <a:prstGeom prst="roundRect">
            <a:avLst>
              <a:gd name="adj" fmla="val 8421"/>
            </a:avLst>
          </a:prstGeom>
          <a:solidFill>
            <a:schemeClr val="tx1">
              <a:lumMod val="75000"/>
              <a:lumOff val="25000"/>
            </a:schemeClr>
          </a:solidFill>
          <a:ln/>
          <a:effectLst>
            <a:outerShdw blurRad="101600" dist="25400" dir="5400000" algn="bl" rotWithShape="0">
              <a:srgbClr val="1F2933">
                <a:alpha val="20000"/>
              </a:srgbClr>
            </a:outerShdw>
          </a:effectLst>
        </p:spPr>
      </p:sp>
      <p:sp>
        <p:nvSpPr>
          <p:cNvPr id="26" name="Shape 19">
            <a:extLst>
              <a:ext uri="{FF2B5EF4-FFF2-40B4-BE49-F238E27FC236}">
                <a16:creationId xmlns:a16="http://schemas.microsoft.com/office/drawing/2014/main" id="{88DA2E21-556F-7A69-0879-EA317A2575E5}"/>
              </a:ext>
            </a:extLst>
          </p:cNvPr>
          <p:cNvSpPr/>
          <p:nvPr/>
        </p:nvSpPr>
        <p:spPr>
          <a:xfrm>
            <a:off x="6785946" y="4654297"/>
            <a:ext cx="566928" cy="566928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27" name="Image 5" descr="/home/claude/alumniconnect-ppt/icons/database.png">
            <a:extLst>
              <a:ext uri="{FF2B5EF4-FFF2-40B4-BE49-F238E27FC236}">
                <a16:creationId xmlns:a16="http://schemas.microsoft.com/office/drawing/2014/main" id="{264E4236-DBD1-D177-872C-623B1B3F5A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22009" y="4790360"/>
            <a:ext cx="294803" cy="294803"/>
          </a:xfrm>
          <a:prstGeom prst="rect">
            <a:avLst/>
          </a:prstGeom>
        </p:spPr>
      </p:pic>
      <p:sp>
        <p:nvSpPr>
          <p:cNvPr id="28" name="Text 20">
            <a:extLst>
              <a:ext uri="{FF2B5EF4-FFF2-40B4-BE49-F238E27FC236}">
                <a16:creationId xmlns:a16="http://schemas.microsoft.com/office/drawing/2014/main" id="{AE658524-7521-1BFD-405C-4324F1C6D9B7}"/>
              </a:ext>
            </a:extLst>
          </p:cNvPr>
          <p:cNvSpPr txBox="1"/>
          <p:nvPr/>
        </p:nvSpPr>
        <p:spPr>
          <a:xfrm>
            <a:off x="7266514" y="4512993"/>
            <a:ext cx="37559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centralized, structured alumni record</a:t>
            </a:r>
            <a:endParaRPr lang="en-US" dirty="0"/>
          </a:p>
        </p:txBody>
      </p:sp>
      <p:sp>
        <p:nvSpPr>
          <p:cNvPr id="31" name="Shape 15">
            <a:extLst>
              <a:ext uri="{FF2B5EF4-FFF2-40B4-BE49-F238E27FC236}">
                <a16:creationId xmlns:a16="http://schemas.microsoft.com/office/drawing/2014/main" id="{756D655E-A031-98B8-F282-786E2EF4976F}"/>
              </a:ext>
            </a:extLst>
          </p:cNvPr>
          <p:cNvSpPr/>
          <p:nvPr/>
        </p:nvSpPr>
        <p:spPr>
          <a:xfrm>
            <a:off x="11083625" y="4837176"/>
            <a:ext cx="387523" cy="0"/>
          </a:xfrm>
          <a:prstGeom prst="line">
            <a:avLst/>
          </a:prstGeom>
          <a:noFill/>
          <a:ln w="19050">
            <a:solidFill>
              <a:srgbClr val="E8A33D"/>
            </a:solidFill>
            <a:prstDash val="dash"/>
          </a:ln>
        </p:spPr>
      </p:sp>
    </p:spTree>
    <p:extLst>
      <p:ext uri="{BB962C8B-B14F-4D97-AF65-F5344CB8AC3E}">
        <p14:creationId xmlns:p14="http://schemas.microsoft.com/office/powerpoint/2010/main" val="115031210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5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ext 1">
            <a:extLst>
              <a:ext uri="{FF2B5EF4-FFF2-40B4-BE49-F238E27FC236}">
                <a16:creationId xmlns:a16="http://schemas.microsoft.com/office/drawing/2014/main" id="{7110FE9F-0D28-E344-9F7D-2756B9B8A2B9}"/>
              </a:ext>
            </a:extLst>
          </p:cNvPr>
          <p:cNvSpPr/>
          <p:nvPr/>
        </p:nvSpPr>
        <p:spPr>
          <a:xfrm>
            <a:off x="822960" y="1932583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kern="0" spc="-74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AlumniConnect</a:t>
            </a:r>
            <a:endParaRPr lang="en-US" sz="3700" dirty="0"/>
          </a:p>
        </p:txBody>
      </p:sp>
      <p:sp>
        <p:nvSpPr>
          <p:cNvPr id="36" name="Text 2">
            <a:extLst>
              <a:ext uri="{FF2B5EF4-FFF2-40B4-BE49-F238E27FC236}">
                <a16:creationId xmlns:a16="http://schemas.microsoft.com/office/drawing/2014/main" id="{678D97EB-CA7F-016A-3C80-FB81443B6647}"/>
              </a:ext>
            </a:extLst>
          </p:cNvPr>
          <p:cNvSpPr/>
          <p:nvPr/>
        </p:nvSpPr>
        <p:spPr>
          <a:xfrm>
            <a:off x="822960" y="2806700"/>
            <a:ext cx="6562095" cy="2273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33000"/>
              </a:lnSpc>
              <a:spcAft>
                <a:spcPts val="1650"/>
              </a:spcAft>
              <a:buNone/>
            </a:pPr>
            <a:r>
              <a:rPr lang="en-US" b="1" dirty="0">
                <a:solidFill>
                  <a:srgbClr val="4C4C4C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Digital Platform for Centralized Alumni Data Management and Engagement</a:t>
            </a:r>
            <a:endParaRPr lang="en-US" dirty="0"/>
          </a:p>
          <a:p>
            <a:pPr marL="0" indent="0">
              <a:lnSpc>
                <a:spcPct val="133000"/>
              </a:lnSpc>
              <a:buNone/>
            </a:pPr>
            <a:r>
              <a:rPr lang="en-US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Connecting Students, Alumni &amp; Institution Through One Digital Platform</a:t>
            </a:r>
            <a:endParaRPr lang="en-US" dirty="0"/>
          </a:p>
        </p:txBody>
      </p:sp>
      <p:pic>
        <p:nvPicPr>
          <p:cNvPr id="40" name="Image 0" descr="preencoded.png">
            <a:extLst>
              <a:ext uri="{FF2B5EF4-FFF2-40B4-BE49-F238E27FC236}">
                <a16:creationId xmlns:a16="http://schemas.microsoft.com/office/drawing/2014/main" id="{A899C2DE-C0DB-E4F7-ECE4-3319B2DBBC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09121" y="386910"/>
            <a:ext cx="4382879" cy="584408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5E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6F90770-D087-67D6-72E2-8217FA6EBA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64AFB37A-6FA8-D7E2-0FAE-9B0AF30632A4}"/>
              </a:ext>
            </a:extLst>
          </p:cNvPr>
          <p:cNvSpPr/>
          <p:nvPr/>
        </p:nvSpPr>
        <p:spPr>
          <a:xfrm>
            <a:off x="699574" y="127943"/>
            <a:ext cx="6296860" cy="9411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00" kern="0" spc="-59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The Alumni Data &amp; Engagement Gap</a:t>
            </a:r>
            <a:endParaRPr lang="en-US" sz="3200" dirty="0"/>
          </a:p>
        </p:txBody>
      </p:sp>
      <p:pic>
        <p:nvPicPr>
          <p:cNvPr id="5" name="Image 1" descr="preencoded.png">
            <a:extLst>
              <a:ext uri="{FF2B5EF4-FFF2-40B4-BE49-F238E27FC236}">
                <a16:creationId xmlns:a16="http://schemas.microsoft.com/office/drawing/2014/main" id="{6FA53D2A-DF10-7C8B-176B-2AFFCEB40D2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1280269"/>
            <a:ext cx="6296860" cy="1079599"/>
          </a:xfrm>
          <a:prstGeom prst="rect">
            <a:avLst/>
          </a:prstGeom>
        </p:spPr>
      </p:pic>
      <p:sp>
        <p:nvSpPr>
          <p:cNvPr id="7" name="Text 2">
            <a:extLst>
              <a:ext uri="{FF2B5EF4-FFF2-40B4-BE49-F238E27FC236}">
                <a16:creationId xmlns:a16="http://schemas.microsoft.com/office/drawing/2014/main" id="{B5F6BAB4-A613-EA1A-CE68-9C953B646FD7}"/>
              </a:ext>
            </a:extLst>
          </p:cNvPr>
          <p:cNvSpPr/>
          <p:nvPr/>
        </p:nvSpPr>
        <p:spPr>
          <a:xfrm>
            <a:off x="907333" y="1449933"/>
            <a:ext cx="5881342" cy="235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kern="0" spc="-3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No Centralized System</a:t>
            </a:r>
            <a:endParaRPr lang="en-US" sz="1600" dirty="0"/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FA9A3CFC-11A9-6DD7-4A68-2A9D4A11FA12}"/>
              </a:ext>
            </a:extLst>
          </p:cNvPr>
          <p:cNvSpPr/>
          <p:nvPr/>
        </p:nvSpPr>
        <p:spPr>
          <a:xfrm>
            <a:off x="907333" y="1757213"/>
            <a:ext cx="5881342" cy="4329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Alumni data scattered across spreadsheets, emails, and personal devices with no single source of truth.</a:t>
            </a:r>
            <a:endParaRPr lang="en-US" sz="1200" dirty="0"/>
          </a:p>
        </p:txBody>
      </p:sp>
      <p:pic>
        <p:nvPicPr>
          <p:cNvPr id="11" name="Image 2" descr="preencoded.png">
            <a:extLst>
              <a:ext uri="{FF2B5EF4-FFF2-40B4-BE49-F238E27FC236}">
                <a16:creationId xmlns:a16="http://schemas.microsoft.com/office/drawing/2014/main" id="{554E3AAF-296F-69F4-100E-EF335F1AB32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2479823"/>
            <a:ext cx="6296860" cy="1079599"/>
          </a:xfrm>
          <a:prstGeom prst="rect">
            <a:avLst/>
          </a:prstGeom>
        </p:spPr>
      </p:pic>
      <p:sp>
        <p:nvSpPr>
          <p:cNvPr id="13" name="Text 4">
            <a:extLst>
              <a:ext uri="{FF2B5EF4-FFF2-40B4-BE49-F238E27FC236}">
                <a16:creationId xmlns:a16="http://schemas.microsoft.com/office/drawing/2014/main" id="{EF4509B6-B340-5EB0-7D7F-E41A15DD451E}"/>
              </a:ext>
            </a:extLst>
          </p:cNvPr>
          <p:cNvSpPr/>
          <p:nvPr/>
        </p:nvSpPr>
        <p:spPr>
          <a:xfrm>
            <a:off x="907333" y="2649487"/>
            <a:ext cx="5881342" cy="235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kern="0" spc="-3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Poor Communication</a:t>
            </a:r>
            <a:endParaRPr lang="en-US" sz="1600" dirty="0"/>
          </a:p>
        </p:txBody>
      </p:sp>
      <p:sp>
        <p:nvSpPr>
          <p:cNvPr id="15" name="Text 5">
            <a:extLst>
              <a:ext uri="{FF2B5EF4-FFF2-40B4-BE49-F238E27FC236}">
                <a16:creationId xmlns:a16="http://schemas.microsoft.com/office/drawing/2014/main" id="{1799B6C3-73A3-FFE4-A0D5-D7EE090285D0}"/>
              </a:ext>
            </a:extLst>
          </p:cNvPr>
          <p:cNvSpPr/>
          <p:nvPr/>
        </p:nvSpPr>
        <p:spPr>
          <a:xfrm>
            <a:off x="907333" y="2956768"/>
            <a:ext cx="5881342" cy="4329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Institutions rely on WhatsApp groups and outdated mailing lists to reach alumni communities.</a:t>
            </a:r>
            <a:endParaRPr lang="en-US" sz="1200" dirty="0"/>
          </a:p>
        </p:txBody>
      </p:sp>
      <p:pic>
        <p:nvPicPr>
          <p:cNvPr id="17" name="Image 3" descr="preencoded.png">
            <a:extLst>
              <a:ext uri="{FF2B5EF4-FFF2-40B4-BE49-F238E27FC236}">
                <a16:creationId xmlns:a16="http://schemas.microsoft.com/office/drawing/2014/main" id="{BC0A2791-EC2E-EE98-ABB4-7FD0ADCE451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3679378"/>
            <a:ext cx="6296860" cy="1079599"/>
          </a:xfrm>
          <a:prstGeom prst="rect">
            <a:avLst/>
          </a:prstGeom>
        </p:spPr>
      </p:pic>
      <p:sp>
        <p:nvSpPr>
          <p:cNvPr id="19" name="Text 6">
            <a:extLst>
              <a:ext uri="{FF2B5EF4-FFF2-40B4-BE49-F238E27FC236}">
                <a16:creationId xmlns:a16="http://schemas.microsoft.com/office/drawing/2014/main" id="{7E88EC0E-B3D3-B911-3CFF-A1121FAEDF3D}"/>
              </a:ext>
            </a:extLst>
          </p:cNvPr>
          <p:cNvSpPr/>
          <p:nvPr/>
        </p:nvSpPr>
        <p:spPr>
          <a:xfrm>
            <a:off x="907333" y="3849042"/>
            <a:ext cx="5881342" cy="235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kern="0" spc="-3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Lost Connections</a:t>
            </a:r>
            <a:endParaRPr lang="en-US" sz="1600" dirty="0"/>
          </a:p>
        </p:txBody>
      </p:sp>
      <p:sp>
        <p:nvSpPr>
          <p:cNvPr id="21" name="Text 7">
            <a:extLst>
              <a:ext uri="{FF2B5EF4-FFF2-40B4-BE49-F238E27FC236}">
                <a16:creationId xmlns:a16="http://schemas.microsoft.com/office/drawing/2014/main" id="{AF9646E4-B9F5-D953-DA28-CD5C61D40D6D}"/>
              </a:ext>
            </a:extLst>
          </p:cNvPr>
          <p:cNvSpPr/>
          <p:nvPr/>
        </p:nvSpPr>
        <p:spPr>
          <a:xfrm>
            <a:off x="907333" y="4156323"/>
            <a:ext cx="5881342" cy="4329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Difficult to locate alumni or maintain updated contact information as careers evolve.</a:t>
            </a:r>
            <a:endParaRPr lang="en-US" sz="1200" dirty="0"/>
          </a:p>
        </p:txBody>
      </p:sp>
      <p:pic>
        <p:nvPicPr>
          <p:cNvPr id="23" name="Image 4" descr="preencoded.png">
            <a:extLst>
              <a:ext uri="{FF2B5EF4-FFF2-40B4-BE49-F238E27FC236}">
                <a16:creationId xmlns:a16="http://schemas.microsoft.com/office/drawing/2014/main" id="{FAA478A0-575C-FFAB-6BCF-2A2BA7BF2D3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4878933"/>
            <a:ext cx="6296860" cy="1079599"/>
          </a:xfrm>
          <a:prstGeom prst="rect">
            <a:avLst/>
          </a:prstGeom>
        </p:spPr>
      </p:pic>
      <p:sp>
        <p:nvSpPr>
          <p:cNvPr id="25" name="Text 8">
            <a:extLst>
              <a:ext uri="{FF2B5EF4-FFF2-40B4-BE49-F238E27FC236}">
                <a16:creationId xmlns:a16="http://schemas.microsoft.com/office/drawing/2014/main" id="{053733D6-84A6-F026-6280-B8943CB6ECBA}"/>
              </a:ext>
            </a:extLst>
          </p:cNvPr>
          <p:cNvSpPr/>
          <p:nvPr/>
        </p:nvSpPr>
        <p:spPr>
          <a:xfrm>
            <a:off x="907333" y="5048597"/>
            <a:ext cx="5881342" cy="235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kern="0" spc="-3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Missed Opportunities</a:t>
            </a:r>
            <a:endParaRPr lang="en-US" sz="1600" dirty="0"/>
          </a:p>
        </p:txBody>
      </p:sp>
      <p:sp>
        <p:nvSpPr>
          <p:cNvPr id="27" name="Text 9">
            <a:extLst>
              <a:ext uri="{FF2B5EF4-FFF2-40B4-BE49-F238E27FC236}">
                <a16:creationId xmlns:a16="http://schemas.microsoft.com/office/drawing/2014/main" id="{8AD7A482-2C3D-0F2A-EFB7-96E58F38AC9F}"/>
              </a:ext>
            </a:extLst>
          </p:cNvPr>
          <p:cNvSpPr/>
          <p:nvPr/>
        </p:nvSpPr>
        <p:spPr>
          <a:xfrm>
            <a:off x="907333" y="5355877"/>
            <a:ext cx="5881342" cy="4329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Student-alumni networking, mentorship, and engagement remain fragmented and unstructured.</a:t>
            </a:r>
            <a:endParaRPr lang="en-US" sz="1200" dirty="0"/>
          </a:p>
        </p:txBody>
      </p:sp>
      <p:pic>
        <p:nvPicPr>
          <p:cNvPr id="29" name="Image 0" descr="preencoded.png">
            <a:extLst>
              <a:ext uri="{FF2B5EF4-FFF2-40B4-BE49-F238E27FC236}">
                <a16:creationId xmlns:a16="http://schemas.microsoft.com/office/drawing/2014/main" id="{5A2B0B0E-175F-8DCB-CB57-418C1211EA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71595" y="307379"/>
            <a:ext cx="4421275" cy="58951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610608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5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74711" y="546889"/>
            <a:ext cx="566928" cy="566928"/>
          </a:xfrm>
          <a:prstGeom prst="ellipse">
            <a:avLst/>
          </a:prstGeom>
          <a:solidFill>
            <a:srgbClr val="E7CE9D"/>
          </a:solidFill>
          <a:ln/>
        </p:spPr>
      </p:sp>
      <p:pic>
        <p:nvPicPr>
          <p:cNvPr id="3" name="Image 0" descr="/home/claude/alumniconnect-ppt/icons/litera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774" y="682952"/>
            <a:ext cx="294803" cy="294803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34440" y="45720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Survey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1234440" y="1024127"/>
            <a:ext cx="9601200" cy="4217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5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RESEARCH REVIEWED</a:t>
            </a:r>
            <a:endParaRPr lang="en-US" sz="1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7247108"/>
              </p:ext>
            </p:extLst>
          </p:nvPr>
        </p:nvGraphicFramePr>
        <p:xfrm>
          <a:off x="294747" y="1583079"/>
          <a:ext cx="11480585" cy="4954881"/>
        </p:xfrm>
        <a:graphic>
          <a:graphicData uri="http://schemas.openxmlformats.org/drawingml/2006/table">
            <a:tbl>
              <a:tblPr/>
              <a:tblGrid>
                <a:gridCol w="40767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9562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81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2751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Study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73152" marB="73152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Focus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73152" marB="7315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Gap identified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73152" marB="7315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9489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Mukherjee, Roy et al. — "Centralized Alumni Management System (CAMS)" (IEEE)</a:t>
                      </a:r>
                      <a:endParaRPr lang="en-US" sz="14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73152" marB="73152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Institution-independent centralized alumni network; mentorship as the core incentive.</a:t>
                      </a:r>
                      <a:endParaRPr lang="en-US" sz="14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73152" marB="73152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verified link to a cross institution's own historical records — nothing prevents duplicate profiles</a:t>
                      </a:r>
                      <a:endParaRPr lang="en-US" sz="14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73152" marB="73152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9489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IEEE — "Design and Implementation of an Alumni Management System," Aleksander Moisiu University</a:t>
                      </a:r>
                      <a:endParaRPr lang="en-US" sz="14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73152" marB="73152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Single-institution alumni info system focused on career opportunities</a:t>
                      </a:r>
                      <a:endParaRPr lang="en-US" sz="14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73152" marB="73152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described process for bulk-migrating pre-existing historical alumni data</a:t>
                      </a:r>
                      <a:endParaRPr lang="en-US" sz="14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73152" marB="73152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9489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IEEE — "CAs Based Student–Alumni Management System"</a:t>
                      </a:r>
                      <a:endParaRPr lang="en-US" sz="14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73152" marB="73152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Predicts career paths by matching student CGPA/credentials against alumni outcomes</a:t>
                      </a:r>
                      <a:endParaRPr lang="en-US" sz="14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73152" marB="73152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Adds ML complexity this project's SRS deliberately avoids unless genuinely needed</a:t>
                      </a:r>
                      <a:endParaRPr lang="en-US" sz="14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73152" marB="73152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4779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IRJMETS (2025) — "Reconnecting with Alumni"</a:t>
                      </a:r>
                      <a:endParaRPr lang="en-US" sz="14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73152" marB="73152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Centralized DB + role-based access replacing manual, siloed record-keeping</a:t>
                      </a:r>
                      <a:endParaRPr lang="en-US" sz="14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73152" marB="73152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Doesn't address migrating an institution's existing scattered records at onboarding</a:t>
                      </a:r>
                      <a:endParaRPr lang="en-US" sz="14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73152" marB="73152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9489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Systematic Literature Review, 34 studies via Scopus/Web of Science (2026)</a:t>
                      </a:r>
                      <a:endParaRPr lang="en-US" sz="14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73152" marB="73152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Synthesizes alumni-engagement research across career development and relationship management</a:t>
                      </a:r>
                      <a:endParaRPr lang="en-US" sz="14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73152" marB="73152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Flags AI-personalized engagement as immature research — supports a traditional, non-ML approach now</a:t>
                      </a:r>
                      <a:endParaRPr lang="en-US" sz="14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73152" marB="73152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5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E7CE9D"/>
          </a:solidFill>
          <a:ln/>
        </p:spPr>
      </p:sp>
      <p:pic>
        <p:nvPicPr>
          <p:cNvPr id="3" name="Image 0" descr="/home/claude/alumniconnect-ppt/icons/exist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703" y="638983"/>
            <a:ext cx="294803" cy="294803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34440" y="45720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of Existing Systems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1234440" y="1024128"/>
            <a:ext cx="28117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ALUMNI PLATFORMS</a:t>
            </a:r>
            <a:endParaRPr lang="en-US" sz="11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4887292"/>
              </p:ext>
            </p:extLst>
          </p:nvPr>
        </p:nvGraphicFramePr>
        <p:xfrm>
          <a:off x="97278" y="1536192"/>
          <a:ext cx="11955294" cy="4178808"/>
        </p:xfrm>
        <a:graphic>
          <a:graphicData uri="http://schemas.openxmlformats.org/drawingml/2006/table">
            <a:tbl>
              <a:tblPr/>
              <a:tblGrid>
                <a:gridCol w="17304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3124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190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7453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8032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Platform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73152" marB="73152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focus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73152" marB="73152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Pricing model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73152" marB="73152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Limitation here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73152" marB="73152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969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3D4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Graduway (Gravyty)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73152" marB="73152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3D4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Branded alumni communities, mentorship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73152" marB="73152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3D4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Enterprise SaaS, </a:t>
                      </a:r>
                      <a:endParaRPr lang="hi-IN" sz="1600" dirty="0">
                        <a:solidFill>
                          <a:srgbClr val="3D4A5C"/>
                        </a:solidFill>
                        <a:latin typeface="Calibri" pitchFamily="34" charset="0"/>
                        <a:ea typeface="Calibri" pitchFamily="34" charset="-122"/>
                        <a:cs typeface="Calibri" pitchFamily="34" charset="-120"/>
                      </a:endParaRPr>
                    </a:p>
                    <a:p>
                      <a:pPr marL="0" indent="0">
                        <a:buNone/>
                      </a:pPr>
                      <a:r>
                        <a:rPr lang="hi-IN" sz="1600" dirty="0"/>
                        <a:t>₹4.7 L – ₹14.2 L+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73152" marB="73152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3D4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Built for 1,000+ multi-tenant institutions, not a single college's own DB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73152" marB="73152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969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3D4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Almabase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73152" marB="73152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3D4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Engagement + fundraising, CRM sync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73152" marB="73152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3D4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Custom, </a:t>
                      </a:r>
                      <a:r>
                        <a:rPr lang="hi-IN" sz="1600" dirty="0"/>
                        <a:t>₹2.8 L – ₹9.5 L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73152" marB="73152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3D4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Fundraising-first; no native mobile app; template-only branding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73152" marB="73152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969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3D4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PeopleGrove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73152" marB="73152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3D4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Career networking &amp; mentorship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73152" marB="73152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hi-IN" sz="1600" dirty="0"/>
                        <a:t>₹4.7 L – ₹23.6 L+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73152" marB="73152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3D4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Reviewers note limited admin customization and navigation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73152" marB="73152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969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3D4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Hivebrite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73152" marB="73152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3D4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General-purpose community platform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73152" marB="73152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hi-IN" sz="1600" dirty="0"/>
                        <a:t>₹7.5 L – ₹23.6 L+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73152" marB="73152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3D4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alumni-specific by design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73152" marB="73152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3969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3D4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LinkedIn Alumni Tool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73152" marB="73152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3D4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 directory filter by school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73152" marB="73152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3D4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73152" marB="73152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3D4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institutional data ownership or verified record-linking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73152" marB="73152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434340" y="5952744"/>
            <a:ext cx="11201400" cy="685800"/>
          </a:xfrm>
          <a:prstGeom prst="roundRect">
            <a:avLst>
              <a:gd name="adj" fmla="val 10667"/>
            </a:avLst>
          </a:prstGeom>
          <a:solidFill>
            <a:srgbClr val="FBEDD9"/>
          </a:solidFill>
          <a:ln/>
        </p:spPr>
      </p:sp>
      <p:sp>
        <p:nvSpPr>
          <p:cNvPr id="8" name="Text 4"/>
          <p:cNvSpPr txBox="1"/>
          <p:nvPr/>
        </p:nvSpPr>
        <p:spPr>
          <a:xfrm>
            <a:off x="708660" y="5952744"/>
            <a:ext cx="10652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thread:  </a:t>
            </a:r>
            <a:r>
              <a:rPr lang="en-US" sz="160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opaque enterprise pricing, fundraising-first scope, and no equivalent of this project's import-then-claim workflow for an institution's own pre-existing records.</a:t>
            </a:r>
            <a:endParaRPr lang="en-US" sz="1600" dirty="0"/>
          </a:p>
        </p:txBody>
      </p:sp>
      <p:sp>
        <p:nvSpPr>
          <p:cNvPr id="9" name="Text 5"/>
          <p:cNvSpPr txBox="1"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5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 0">
            <a:extLst>
              <a:ext uri="{FF2B5EF4-FFF2-40B4-BE49-F238E27FC236}">
                <a16:creationId xmlns:a16="http://schemas.microsoft.com/office/drawing/2014/main" id="{538C6B2D-723B-CC68-19C4-5320A81CFB15}"/>
              </a:ext>
            </a:extLst>
          </p:cNvPr>
          <p:cNvSpPr/>
          <p:nvPr/>
        </p:nvSpPr>
        <p:spPr>
          <a:xfrm>
            <a:off x="661475" y="525264"/>
            <a:ext cx="10868745" cy="396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800" kern="0" spc="-5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Introducing AlumniConnect</a:t>
            </a:r>
            <a:endParaRPr lang="en-US" sz="2800" dirty="0"/>
          </a:p>
        </p:txBody>
      </p:sp>
      <p:sp>
        <p:nvSpPr>
          <p:cNvPr id="30" name="Text 1">
            <a:extLst>
              <a:ext uri="{FF2B5EF4-FFF2-40B4-BE49-F238E27FC236}">
                <a16:creationId xmlns:a16="http://schemas.microsoft.com/office/drawing/2014/main" id="{A7FE3989-BC89-1BC0-C708-7AF2AC90201F}"/>
              </a:ext>
            </a:extLst>
          </p:cNvPr>
          <p:cNvSpPr/>
          <p:nvPr/>
        </p:nvSpPr>
        <p:spPr>
          <a:xfrm>
            <a:off x="554802" y="1087475"/>
            <a:ext cx="11478330" cy="1698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1000"/>
              </a:lnSpc>
              <a:buNone/>
            </a:pPr>
            <a:r>
              <a:rPr lang="en-US" sz="10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A single ecosystem connecting all stakeholders through verified, updated alumni data.</a:t>
            </a:r>
            <a:endParaRPr lang="en-US" sz="1000" dirty="0"/>
          </a:p>
        </p:txBody>
      </p:sp>
      <p:pic>
        <p:nvPicPr>
          <p:cNvPr id="32" name="Image 0" descr="preencoded.png">
            <a:extLst>
              <a:ext uri="{FF2B5EF4-FFF2-40B4-BE49-F238E27FC236}">
                <a16:creationId xmlns:a16="http://schemas.microsoft.com/office/drawing/2014/main" id="{D408FD46-C280-A00A-3893-67710A4947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358602"/>
            <a:ext cx="10868745" cy="4974134"/>
          </a:xfrm>
          <a:prstGeom prst="rect">
            <a:avLst/>
          </a:prstGeom>
        </p:spPr>
      </p:pic>
      <p:sp>
        <p:nvSpPr>
          <p:cNvPr id="34" name="Text 2">
            <a:extLst>
              <a:ext uri="{FF2B5EF4-FFF2-40B4-BE49-F238E27FC236}">
                <a16:creationId xmlns:a16="http://schemas.microsoft.com/office/drawing/2014/main" id="{1C98D072-8CD3-D7C5-9485-8E016DDC4058}"/>
              </a:ext>
            </a:extLst>
          </p:cNvPr>
          <p:cNvSpPr/>
          <p:nvPr/>
        </p:nvSpPr>
        <p:spPr>
          <a:xfrm>
            <a:off x="8622865" y="1928101"/>
            <a:ext cx="2404268" cy="3005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kern="0" spc="-38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Outer Layer</a:t>
            </a:r>
            <a:endParaRPr lang="en-US" sz="2000" dirty="0"/>
          </a:p>
        </p:txBody>
      </p:sp>
      <p:sp>
        <p:nvSpPr>
          <p:cNvPr id="36" name="Text 3">
            <a:extLst>
              <a:ext uri="{FF2B5EF4-FFF2-40B4-BE49-F238E27FC236}">
                <a16:creationId xmlns:a16="http://schemas.microsoft.com/office/drawing/2014/main" id="{5B08EAA6-C5A8-138C-543F-8EAE2F1C600B}"/>
              </a:ext>
            </a:extLst>
          </p:cNvPr>
          <p:cNvSpPr/>
          <p:nvPr/>
        </p:nvSpPr>
        <p:spPr>
          <a:xfrm>
            <a:off x="8622865" y="2314129"/>
            <a:ext cx="2650038" cy="6025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87000"/>
              </a:lnSpc>
              <a:buNone/>
            </a:pPr>
            <a:r>
              <a:rPr lang="en-US" sz="16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Networking, mentorship, events, jobs, continuous engagement</a:t>
            </a:r>
            <a:endParaRPr lang="en-US" sz="1600" dirty="0"/>
          </a:p>
        </p:txBody>
      </p:sp>
      <p:sp>
        <p:nvSpPr>
          <p:cNvPr id="38" name="Text 4">
            <a:extLst>
              <a:ext uri="{FF2B5EF4-FFF2-40B4-BE49-F238E27FC236}">
                <a16:creationId xmlns:a16="http://schemas.microsoft.com/office/drawing/2014/main" id="{CA917ABD-BA7C-281D-C3CC-CE4E1E5F6DE7}"/>
              </a:ext>
            </a:extLst>
          </p:cNvPr>
          <p:cNvSpPr/>
          <p:nvPr/>
        </p:nvSpPr>
        <p:spPr>
          <a:xfrm>
            <a:off x="950578" y="3663559"/>
            <a:ext cx="2404269" cy="3005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2000" kern="0" spc="-38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Inner Layer</a:t>
            </a:r>
            <a:endParaRPr lang="en-US" sz="2000" dirty="0"/>
          </a:p>
        </p:txBody>
      </p:sp>
      <p:sp>
        <p:nvSpPr>
          <p:cNvPr id="40" name="Text 5">
            <a:extLst>
              <a:ext uri="{FF2B5EF4-FFF2-40B4-BE49-F238E27FC236}">
                <a16:creationId xmlns:a16="http://schemas.microsoft.com/office/drawing/2014/main" id="{BEF5CB30-438A-1AC8-E89F-C613FA5DF57B}"/>
              </a:ext>
            </a:extLst>
          </p:cNvPr>
          <p:cNvSpPr/>
          <p:nvPr/>
        </p:nvSpPr>
        <p:spPr>
          <a:xfrm>
            <a:off x="918521" y="4049587"/>
            <a:ext cx="2436325" cy="4017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r">
              <a:lnSpc>
                <a:spcPct val="87000"/>
              </a:lnSpc>
              <a:buNone/>
            </a:pPr>
            <a:r>
              <a:rPr lang="en-US" sz="16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Students and alumni profiles</a:t>
            </a:r>
            <a:endParaRPr lang="en-US" sz="1600" dirty="0"/>
          </a:p>
        </p:txBody>
      </p:sp>
      <p:sp>
        <p:nvSpPr>
          <p:cNvPr id="42" name="Text 6">
            <a:extLst>
              <a:ext uri="{FF2B5EF4-FFF2-40B4-BE49-F238E27FC236}">
                <a16:creationId xmlns:a16="http://schemas.microsoft.com/office/drawing/2014/main" id="{2CEFA3BC-C55B-A977-E9AF-14BE55E93B9D}"/>
              </a:ext>
            </a:extLst>
          </p:cNvPr>
          <p:cNvSpPr/>
          <p:nvPr/>
        </p:nvSpPr>
        <p:spPr>
          <a:xfrm>
            <a:off x="8622865" y="4507745"/>
            <a:ext cx="2574738" cy="3005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kern="0" spc="-38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Core: Alumni Database</a:t>
            </a:r>
            <a:endParaRPr lang="en-US" sz="2000" dirty="0"/>
          </a:p>
        </p:txBody>
      </p:sp>
      <p:sp>
        <p:nvSpPr>
          <p:cNvPr id="44" name="Text 7">
            <a:extLst>
              <a:ext uri="{FF2B5EF4-FFF2-40B4-BE49-F238E27FC236}">
                <a16:creationId xmlns:a16="http://schemas.microsoft.com/office/drawing/2014/main" id="{F3550D2A-4EA2-9B16-ACCF-6B6DAA8EEC6B}"/>
              </a:ext>
            </a:extLst>
          </p:cNvPr>
          <p:cNvSpPr/>
          <p:nvPr/>
        </p:nvSpPr>
        <p:spPr>
          <a:xfrm>
            <a:off x="8622865" y="4893773"/>
            <a:ext cx="2650038" cy="4017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87000"/>
              </a:lnSpc>
              <a:buNone/>
            </a:pPr>
            <a:r>
              <a:rPr lang="en-US" sz="16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Verified, centralized alumni records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5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0">
            <a:extLst>
              <a:ext uri="{FF2B5EF4-FFF2-40B4-BE49-F238E27FC236}">
                <a16:creationId xmlns:a16="http://schemas.microsoft.com/office/drawing/2014/main" id="{5211C37F-2AF6-1BB4-CC66-9E3FD76D53D8}"/>
              </a:ext>
            </a:extLst>
          </p:cNvPr>
          <p:cNvSpPr/>
          <p:nvPr/>
        </p:nvSpPr>
        <p:spPr>
          <a:xfrm>
            <a:off x="566922" y="523975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kern="0" spc="-74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Platform Ecosystem</a:t>
            </a:r>
            <a:endParaRPr lang="en-US" sz="3700" dirty="0"/>
          </a:p>
        </p:txBody>
      </p:sp>
      <p:sp>
        <p:nvSpPr>
          <p:cNvPr id="11" name="Shape 1">
            <a:extLst>
              <a:ext uri="{FF2B5EF4-FFF2-40B4-BE49-F238E27FC236}">
                <a16:creationId xmlns:a16="http://schemas.microsoft.com/office/drawing/2014/main" id="{94CA32D6-E9C6-0971-A397-44017F827556}"/>
              </a:ext>
            </a:extLst>
          </p:cNvPr>
          <p:cNvSpPr/>
          <p:nvPr/>
        </p:nvSpPr>
        <p:spPr>
          <a:xfrm>
            <a:off x="566922" y="1492648"/>
            <a:ext cx="5339820" cy="2160290"/>
          </a:xfrm>
          <a:prstGeom prst="roundRect">
            <a:avLst>
              <a:gd name="adj" fmla="val 3675"/>
            </a:avLst>
          </a:prstGeom>
          <a:solidFill>
            <a:srgbClr val="F2EDE5"/>
          </a:solidFill>
          <a:ln w="6350">
            <a:solidFill>
              <a:srgbClr val="E6DED2"/>
            </a:solidFill>
            <a:prstDash val="solid"/>
          </a:ln>
          <a:effectLst>
            <a:outerShdw blurRad="127" dist="24130" dir="2700000" algn="bl" rotWithShape="0">
              <a:srgbClr val="E6DED2">
                <a:alpha val="100000"/>
              </a:srgbClr>
            </a:outerShdw>
          </a:effectLst>
        </p:spPr>
      </p:sp>
      <p:sp>
        <p:nvSpPr>
          <p:cNvPr id="13" name="Shape 2">
            <a:extLst>
              <a:ext uri="{FF2B5EF4-FFF2-40B4-BE49-F238E27FC236}">
                <a16:creationId xmlns:a16="http://schemas.microsoft.com/office/drawing/2014/main" id="{F525655F-2448-F1F9-E64A-CFE06FD070C5}"/>
              </a:ext>
            </a:extLst>
          </p:cNvPr>
          <p:cNvSpPr/>
          <p:nvPr/>
        </p:nvSpPr>
        <p:spPr>
          <a:xfrm>
            <a:off x="762279" y="1688009"/>
            <a:ext cx="567021" cy="567035"/>
          </a:xfrm>
          <a:prstGeom prst="ellipse">
            <a:avLst/>
          </a:prstGeom>
          <a:solidFill>
            <a:srgbClr val="E6DED2"/>
          </a:solidFill>
          <a:ln/>
        </p:spPr>
      </p:sp>
      <p:pic>
        <p:nvPicPr>
          <p:cNvPr id="15" name="Image 0" descr="preencoded.png">
            <a:extLst>
              <a:ext uri="{FF2B5EF4-FFF2-40B4-BE49-F238E27FC236}">
                <a16:creationId xmlns:a16="http://schemas.microsoft.com/office/drawing/2014/main" id="{5580BBCB-8FCA-2C00-3B04-0543383C279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18247" y="1843882"/>
            <a:ext cx="255085" cy="255091"/>
          </a:xfrm>
          <a:prstGeom prst="rect">
            <a:avLst/>
          </a:prstGeom>
        </p:spPr>
      </p:pic>
      <p:sp>
        <p:nvSpPr>
          <p:cNvPr id="17" name="Text 3">
            <a:extLst>
              <a:ext uri="{FF2B5EF4-FFF2-40B4-BE49-F238E27FC236}">
                <a16:creationId xmlns:a16="http://schemas.microsoft.com/office/drawing/2014/main" id="{3357136D-32B2-EC28-531B-7FFFEE34EFC8}"/>
              </a:ext>
            </a:extLst>
          </p:cNvPr>
          <p:cNvSpPr/>
          <p:nvPr/>
        </p:nvSpPr>
        <p:spPr>
          <a:xfrm>
            <a:off x="762279" y="2444056"/>
            <a:ext cx="49491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kern="0" spc="-37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Students</a:t>
            </a:r>
            <a:endParaRPr lang="en-US" sz="1850" dirty="0"/>
          </a:p>
        </p:txBody>
      </p:sp>
      <p:sp>
        <p:nvSpPr>
          <p:cNvPr id="19" name="Text 4">
            <a:extLst>
              <a:ext uri="{FF2B5EF4-FFF2-40B4-BE49-F238E27FC236}">
                <a16:creationId xmlns:a16="http://schemas.microsoft.com/office/drawing/2014/main" id="{C0CF9E0C-EAED-1496-9D5C-0214FEE7D43B}"/>
              </a:ext>
            </a:extLst>
          </p:cNvPr>
          <p:cNvSpPr/>
          <p:nvPr/>
        </p:nvSpPr>
        <p:spPr>
          <a:xfrm>
            <a:off x="762279" y="2852738"/>
            <a:ext cx="494910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Professional profiles, discover alumni, request mentorship, browse jobs &amp; events.</a:t>
            </a:r>
            <a:endParaRPr lang="en-US" sz="1450" dirty="0"/>
          </a:p>
        </p:txBody>
      </p:sp>
      <p:sp>
        <p:nvSpPr>
          <p:cNvPr id="21" name="Shape 5">
            <a:extLst>
              <a:ext uri="{FF2B5EF4-FFF2-40B4-BE49-F238E27FC236}">
                <a16:creationId xmlns:a16="http://schemas.microsoft.com/office/drawing/2014/main" id="{1B9978C2-8297-1A6C-7B21-ECB0D4709AE2}"/>
              </a:ext>
            </a:extLst>
          </p:cNvPr>
          <p:cNvSpPr/>
          <p:nvPr/>
        </p:nvSpPr>
        <p:spPr>
          <a:xfrm>
            <a:off x="6095748" y="1492648"/>
            <a:ext cx="5339919" cy="2160290"/>
          </a:xfrm>
          <a:prstGeom prst="roundRect">
            <a:avLst>
              <a:gd name="adj" fmla="val 3675"/>
            </a:avLst>
          </a:prstGeom>
          <a:solidFill>
            <a:srgbClr val="F2EDE5"/>
          </a:solidFill>
          <a:ln w="6350">
            <a:solidFill>
              <a:srgbClr val="E6DED2"/>
            </a:solidFill>
            <a:prstDash val="solid"/>
          </a:ln>
          <a:effectLst>
            <a:outerShdw blurRad="127" dist="24130" dir="2700000" algn="bl" rotWithShape="0">
              <a:srgbClr val="E6DED2">
                <a:alpha val="100000"/>
              </a:srgbClr>
            </a:outerShdw>
          </a:effectLst>
        </p:spPr>
      </p:sp>
      <p:sp>
        <p:nvSpPr>
          <p:cNvPr id="23" name="Shape 6">
            <a:extLst>
              <a:ext uri="{FF2B5EF4-FFF2-40B4-BE49-F238E27FC236}">
                <a16:creationId xmlns:a16="http://schemas.microsoft.com/office/drawing/2014/main" id="{3ADF596C-A193-BBCF-D65F-FB58E58196F3}"/>
              </a:ext>
            </a:extLst>
          </p:cNvPr>
          <p:cNvSpPr/>
          <p:nvPr/>
        </p:nvSpPr>
        <p:spPr>
          <a:xfrm>
            <a:off x="6291105" y="1688009"/>
            <a:ext cx="567021" cy="567035"/>
          </a:xfrm>
          <a:prstGeom prst="ellipse">
            <a:avLst/>
          </a:prstGeom>
          <a:solidFill>
            <a:srgbClr val="E6DED2"/>
          </a:solidFill>
          <a:ln/>
        </p:spPr>
      </p:sp>
      <p:pic>
        <p:nvPicPr>
          <p:cNvPr id="25" name="Image 1" descr="preencoded.png">
            <a:extLst>
              <a:ext uri="{FF2B5EF4-FFF2-40B4-BE49-F238E27FC236}">
                <a16:creationId xmlns:a16="http://schemas.microsoft.com/office/drawing/2014/main" id="{B36F4258-AA5E-70CB-9AD7-607FFF0D86F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47073" y="1843882"/>
            <a:ext cx="255085" cy="255091"/>
          </a:xfrm>
          <a:prstGeom prst="rect">
            <a:avLst/>
          </a:prstGeom>
        </p:spPr>
      </p:pic>
      <p:sp>
        <p:nvSpPr>
          <p:cNvPr id="27" name="Text 7">
            <a:extLst>
              <a:ext uri="{FF2B5EF4-FFF2-40B4-BE49-F238E27FC236}">
                <a16:creationId xmlns:a16="http://schemas.microsoft.com/office/drawing/2014/main" id="{31759191-8F2C-6C9F-8FF3-9331B53820BC}"/>
              </a:ext>
            </a:extLst>
          </p:cNvPr>
          <p:cNvSpPr/>
          <p:nvPr/>
        </p:nvSpPr>
        <p:spPr>
          <a:xfrm>
            <a:off x="6291105" y="2444056"/>
            <a:ext cx="494920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kern="0" spc="-37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Alumni</a:t>
            </a:r>
            <a:endParaRPr lang="en-US" sz="1850" dirty="0"/>
          </a:p>
        </p:txBody>
      </p:sp>
      <p:sp>
        <p:nvSpPr>
          <p:cNvPr id="29" name="Text 8">
            <a:extLst>
              <a:ext uri="{FF2B5EF4-FFF2-40B4-BE49-F238E27FC236}">
                <a16:creationId xmlns:a16="http://schemas.microsoft.com/office/drawing/2014/main" id="{9E8B1C48-7C1D-BDE4-B65F-175FAF646C36}"/>
              </a:ext>
            </a:extLst>
          </p:cNvPr>
          <p:cNvSpPr/>
          <p:nvPr/>
        </p:nvSpPr>
        <p:spPr>
          <a:xfrm>
            <a:off x="6291105" y="2852738"/>
            <a:ext cx="494920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Update career information, mentor students, post opportunities, attend events.</a:t>
            </a:r>
            <a:endParaRPr lang="en-US" sz="1450" dirty="0"/>
          </a:p>
        </p:txBody>
      </p:sp>
      <p:sp>
        <p:nvSpPr>
          <p:cNvPr id="31" name="Shape 9">
            <a:extLst>
              <a:ext uri="{FF2B5EF4-FFF2-40B4-BE49-F238E27FC236}">
                <a16:creationId xmlns:a16="http://schemas.microsoft.com/office/drawing/2014/main" id="{30877446-52FE-81CE-8A14-51F15BFD8143}"/>
              </a:ext>
            </a:extLst>
          </p:cNvPr>
          <p:cNvSpPr/>
          <p:nvPr/>
        </p:nvSpPr>
        <p:spPr>
          <a:xfrm>
            <a:off x="566922" y="3841949"/>
            <a:ext cx="5339820" cy="2160290"/>
          </a:xfrm>
          <a:prstGeom prst="roundRect">
            <a:avLst>
              <a:gd name="adj" fmla="val 3675"/>
            </a:avLst>
          </a:prstGeom>
          <a:solidFill>
            <a:srgbClr val="F2EDE5"/>
          </a:solidFill>
          <a:ln w="6350">
            <a:solidFill>
              <a:srgbClr val="E6DED2"/>
            </a:solidFill>
            <a:prstDash val="solid"/>
          </a:ln>
          <a:effectLst>
            <a:outerShdw blurRad="127" dist="24130" dir="2700000" algn="bl" rotWithShape="0">
              <a:srgbClr val="E6DED2">
                <a:alpha val="100000"/>
              </a:srgbClr>
            </a:outerShdw>
          </a:effectLst>
        </p:spPr>
      </p:sp>
      <p:sp>
        <p:nvSpPr>
          <p:cNvPr id="33" name="Shape 10">
            <a:extLst>
              <a:ext uri="{FF2B5EF4-FFF2-40B4-BE49-F238E27FC236}">
                <a16:creationId xmlns:a16="http://schemas.microsoft.com/office/drawing/2014/main" id="{18C1BC84-04D8-5E18-A7F6-BAE07CA56E8F}"/>
              </a:ext>
            </a:extLst>
          </p:cNvPr>
          <p:cNvSpPr/>
          <p:nvPr/>
        </p:nvSpPr>
        <p:spPr>
          <a:xfrm>
            <a:off x="762279" y="4037311"/>
            <a:ext cx="567021" cy="567035"/>
          </a:xfrm>
          <a:prstGeom prst="ellipse">
            <a:avLst/>
          </a:prstGeom>
          <a:solidFill>
            <a:srgbClr val="E6DED2"/>
          </a:solidFill>
          <a:ln/>
        </p:spPr>
      </p:sp>
      <p:pic>
        <p:nvPicPr>
          <p:cNvPr id="35" name="Image 2" descr="preencoded.png">
            <a:extLst>
              <a:ext uri="{FF2B5EF4-FFF2-40B4-BE49-F238E27FC236}">
                <a16:creationId xmlns:a16="http://schemas.microsoft.com/office/drawing/2014/main" id="{2EF358A3-8B38-6598-C62E-4BEB00D8FE2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18247" y="4193184"/>
            <a:ext cx="255085" cy="255091"/>
          </a:xfrm>
          <a:prstGeom prst="rect">
            <a:avLst/>
          </a:prstGeom>
        </p:spPr>
      </p:pic>
      <p:sp>
        <p:nvSpPr>
          <p:cNvPr id="37" name="Text 11">
            <a:extLst>
              <a:ext uri="{FF2B5EF4-FFF2-40B4-BE49-F238E27FC236}">
                <a16:creationId xmlns:a16="http://schemas.microsoft.com/office/drawing/2014/main" id="{B835DFC0-56EF-C561-3CB0-02DB9AAE9497}"/>
              </a:ext>
            </a:extLst>
          </p:cNvPr>
          <p:cNvSpPr/>
          <p:nvPr/>
        </p:nvSpPr>
        <p:spPr>
          <a:xfrm>
            <a:off x="762279" y="4793358"/>
            <a:ext cx="49491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kern="0" spc="-37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Institution / Admin</a:t>
            </a:r>
            <a:endParaRPr lang="en-US" sz="1850" dirty="0"/>
          </a:p>
        </p:txBody>
      </p:sp>
      <p:sp>
        <p:nvSpPr>
          <p:cNvPr id="39" name="Text 12">
            <a:extLst>
              <a:ext uri="{FF2B5EF4-FFF2-40B4-BE49-F238E27FC236}">
                <a16:creationId xmlns:a16="http://schemas.microsoft.com/office/drawing/2014/main" id="{5F504F59-CC32-BFB1-75C3-49EF97E874A3}"/>
              </a:ext>
            </a:extLst>
          </p:cNvPr>
          <p:cNvSpPr/>
          <p:nvPr/>
        </p:nvSpPr>
        <p:spPr>
          <a:xfrm>
            <a:off x="762279" y="5202040"/>
            <a:ext cx="494910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Manage records, import historical data, verify profiles, manage events, view analytics.</a:t>
            </a:r>
            <a:endParaRPr lang="en-US" sz="1450" dirty="0"/>
          </a:p>
        </p:txBody>
      </p:sp>
      <p:sp>
        <p:nvSpPr>
          <p:cNvPr id="41" name="Shape 13">
            <a:extLst>
              <a:ext uri="{FF2B5EF4-FFF2-40B4-BE49-F238E27FC236}">
                <a16:creationId xmlns:a16="http://schemas.microsoft.com/office/drawing/2014/main" id="{EF6372A2-4840-C571-2294-D9BA4AAA2635}"/>
              </a:ext>
            </a:extLst>
          </p:cNvPr>
          <p:cNvSpPr/>
          <p:nvPr/>
        </p:nvSpPr>
        <p:spPr>
          <a:xfrm>
            <a:off x="6095748" y="3841949"/>
            <a:ext cx="5339919" cy="2160290"/>
          </a:xfrm>
          <a:prstGeom prst="roundRect">
            <a:avLst>
              <a:gd name="adj" fmla="val 3675"/>
            </a:avLst>
          </a:prstGeom>
          <a:solidFill>
            <a:srgbClr val="F2EDE5"/>
          </a:solidFill>
          <a:ln w="6350">
            <a:solidFill>
              <a:srgbClr val="E6DED2"/>
            </a:solidFill>
            <a:prstDash val="solid"/>
          </a:ln>
          <a:effectLst>
            <a:outerShdw blurRad="127" dist="24130" dir="2700000" algn="bl" rotWithShape="0">
              <a:srgbClr val="E6DED2">
                <a:alpha val="100000"/>
              </a:srgbClr>
            </a:outerShdw>
          </a:effectLst>
        </p:spPr>
      </p:sp>
      <p:sp>
        <p:nvSpPr>
          <p:cNvPr id="43" name="Shape 14">
            <a:extLst>
              <a:ext uri="{FF2B5EF4-FFF2-40B4-BE49-F238E27FC236}">
                <a16:creationId xmlns:a16="http://schemas.microsoft.com/office/drawing/2014/main" id="{D86C43C1-4FBF-F223-2C1D-D470C4F112AA}"/>
              </a:ext>
            </a:extLst>
          </p:cNvPr>
          <p:cNvSpPr/>
          <p:nvPr/>
        </p:nvSpPr>
        <p:spPr>
          <a:xfrm>
            <a:off x="6291105" y="4037311"/>
            <a:ext cx="567021" cy="567035"/>
          </a:xfrm>
          <a:prstGeom prst="ellipse">
            <a:avLst/>
          </a:prstGeom>
          <a:solidFill>
            <a:srgbClr val="E6DED2"/>
          </a:solidFill>
          <a:ln/>
        </p:spPr>
      </p:sp>
      <p:pic>
        <p:nvPicPr>
          <p:cNvPr id="45" name="Image 3" descr="preencoded.png">
            <a:extLst>
              <a:ext uri="{FF2B5EF4-FFF2-40B4-BE49-F238E27FC236}">
                <a16:creationId xmlns:a16="http://schemas.microsoft.com/office/drawing/2014/main" id="{334F13D9-A065-3465-E728-D72B687FD63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447073" y="4193184"/>
            <a:ext cx="255085" cy="255091"/>
          </a:xfrm>
          <a:prstGeom prst="rect">
            <a:avLst/>
          </a:prstGeom>
        </p:spPr>
      </p:pic>
      <p:sp>
        <p:nvSpPr>
          <p:cNvPr id="47" name="Text 15">
            <a:extLst>
              <a:ext uri="{FF2B5EF4-FFF2-40B4-BE49-F238E27FC236}">
                <a16:creationId xmlns:a16="http://schemas.microsoft.com/office/drawing/2014/main" id="{226453C6-1D37-C499-96E0-BB531ADCBEA6}"/>
              </a:ext>
            </a:extLst>
          </p:cNvPr>
          <p:cNvSpPr/>
          <p:nvPr/>
        </p:nvSpPr>
        <p:spPr>
          <a:xfrm>
            <a:off x="6291105" y="4793358"/>
            <a:ext cx="494920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kern="0" spc="-37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Central Database</a:t>
            </a:r>
            <a:endParaRPr lang="en-US" sz="1850" dirty="0"/>
          </a:p>
        </p:txBody>
      </p:sp>
      <p:sp>
        <p:nvSpPr>
          <p:cNvPr id="49" name="Text 16">
            <a:extLst>
              <a:ext uri="{FF2B5EF4-FFF2-40B4-BE49-F238E27FC236}">
                <a16:creationId xmlns:a16="http://schemas.microsoft.com/office/drawing/2014/main" id="{A7D2076F-67EA-CCE3-1819-AD297489C144}"/>
              </a:ext>
            </a:extLst>
          </p:cNvPr>
          <p:cNvSpPr/>
          <p:nvPr/>
        </p:nvSpPr>
        <p:spPr>
          <a:xfrm>
            <a:off x="6291105" y="5202040"/>
            <a:ext cx="494920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Academic, contact, career, and engagement data — the single source of truth.</a:t>
            </a:r>
            <a:endParaRPr lang="en-US" sz="145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5E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C6F7791-11CE-31E1-2A47-967FFEFB06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9CC9BCB6-598F-2053-A599-928B4FA2BC3F}"/>
              </a:ext>
            </a:extLst>
          </p:cNvPr>
          <p:cNvSpPr/>
          <p:nvPr/>
        </p:nvSpPr>
        <p:spPr>
          <a:xfrm>
            <a:off x="1972121" y="1522869"/>
            <a:ext cx="833012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kern="0" spc="-74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Alumni Profile &amp; Professional Networking</a:t>
            </a:r>
            <a:endParaRPr lang="en-US" sz="3700" dirty="0"/>
          </a:p>
        </p:txBody>
      </p:sp>
      <p:pic>
        <p:nvPicPr>
          <p:cNvPr id="5" name="Image 0" descr="preencoded.png">
            <a:extLst>
              <a:ext uri="{FF2B5EF4-FFF2-40B4-BE49-F238E27FC236}">
                <a16:creationId xmlns:a16="http://schemas.microsoft.com/office/drawing/2014/main" id="{DA810AE5-6D9C-6D9D-420B-CCC03F05DA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642" y="2707244"/>
            <a:ext cx="558786" cy="558800"/>
          </a:xfrm>
          <a:prstGeom prst="rect">
            <a:avLst/>
          </a:prstGeom>
        </p:spPr>
      </p:pic>
      <p:sp>
        <p:nvSpPr>
          <p:cNvPr id="7" name="Text 1">
            <a:extLst>
              <a:ext uri="{FF2B5EF4-FFF2-40B4-BE49-F238E27FC236}">
                <a16:creationId xmlns:a16="http://schemas.microsoft.com/office/drawing/2014/main" id="{3F7F5551-AA98-6D91-BD67-8790BB0CA90A}"/>
              </a:ext>
            </a:extLst>
          </p:cNvPr>
          <p:cNvSpPr/>
          <p:nvPr/>
        </p:nvSpPr>
        <p:spPr>
          <a:xfrm>
            <a:off x="1099662" y="2707244"/>
            <a:ext cx="1744917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kern="0" spc="-37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Verified </a:t>
            </a:r>
          </a:p>
          <a:p>
            <a:pPr marL="0" indent="0" algn="l">
              <a:lnSpc>
                <a:spcPct val="104000"/>
              </a:lnSpc>
              <a:buNone/>
            </a:pPr>
            <a:r>
              <a:rPr lang="en-US" sz="1850" b="1" kern="0" spc="-37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Profiles</a:t>
            </a:r>
            <a:endParaRPr lang="en-US" sz="1850" b="1" dirty="0"/>
          </a:p>
        </p:txBody>
      </p:sp>
      <p:sp>
        <p:nvSpPr>
          <p:cNvPr id="10" name="Text 2">
            <a:extLst>
              <a:ext uri="{FF2B5EF4-FFF2-40B4-BE49-F238E27FC236}">
                <a16:creationId xmlns:a16="http://schemas.microsoft.com/office/drawing/2014/main" id="{261A1CB9-40E7-2285-4E14-9E5997F705CC}"/>
              </a:ext>
            </a:extLst>
          </p:cNvPr>
          <p:cNvSpPr/>
          <p:nvPr/>
        </p:nvSpPr>
        <p:spPr>
          <a:xfrm>
            <a:off x="1099662" y="3411201"/>
            <a:ext cx="1744917" cy="1512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Name, education, experience, skills, career history, and professional links — all in one place.</a:t>
            </a:r>
            <a:endParaRPr lang="en-US" sz="1450" dirty="0"/>
          </a:p>
        </p:txBody>
      </p:sp>
      <p:pic>
        <p:nvPicPr>
          <p:cNvPr id="14" name="Image 1" descr="preencoded.png">
            <a:extLst>
              <a:ext uri="{FF2B5EF4-FFF2-40B4-BE49-F238E27FC236}">
                <a16:creationId xmlns:a16="http://schemas.microsoft.com/office/drawing/2014/main" id="{B478FA4D-A423-B277-9D28-065AF4E115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37645" y="2654102"/>
            <a:ext cx="558786" cy="558800"/>
          </a:xfrm>
          <a:prstGeom prst="rect">
            <a:avLst/>
          </a:prstGeom>
        </p:spPr>
      </p:pic>
      <p:sp>
        <p:nvSpPr>
          <p:cNvPr id="18" name="Text 3">
            <a:extLst>
              <a:ext uri="{FF2B5EF4-FFF2-40B4-BE49-F238E27FC236}">
                <a16:creationId xmlns:a16="http://schemas.microsoft.com/office/drawing/2014/main" id="{B1153D61-B3D5-FECA-546E-B8B6EE80EF72}"/>
              </a:ext>
            </a:extLst>
          </p:cNvPr>
          <p:cNvSpPr/>
          <p:nvPr/>
        </p:nvSpPr>
        <p:spPr>
          <a:xfrm>
            <a:off x="4232665" y="2654102"/>
            <a:ext cx="1745016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kern="0" spc="-37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Alumni</a:t>
            </a:r>
          </a:p>
          <a:p>
            <a:pPr marL="0" indent="0" algn="l">
              <a:lnSpc>
                <a:spcPct val="104000"/>
              </a:lnSpc>
              <a:buNone/>
            </a:pPr>
            <a:r>
              <a:rPr lang="en-US" sz="1850" b="1" kern="0" spc="-37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Discovery</a:t>
            </a:r>
            <a:endParaRPr lang="en-US" sz="1850" b="1" dirty="0"/>
          </a:p>
        </p:txBody>
      </p:sp>
      <p:sp>
        <p:nvSpPr>
          <p:cNvPr id="22" name="Text 4">
            <a:extLst>
              <a:ext uri="{FF2B5EF4-FFF2-40B4-BE49-F238E27FC236}">
                <a16:creationId xmlns:a16="http://schemas.microsoft.com/office/drawing/2014/main" id="{430EB2D1-A4AA-0A96-1137-CB863B44DB53}"/>
              </a:ext>
            </a:extLst>
          </p:cNvPr>
          <p:cNvSpPr/>
          <p:nvPr/>
        </p:nvSpPr>
        <p:spPr>
          <a:xfrm>
            <a:off x="4232664" y="3358059"/>
            <a:ext cx="1863335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Browse alumni by department, company, industry, or location to find the right connection.</a:t>
            </a:r>
            <a:endParaRPr lang="en-US" sz="1450" dirty="0"/>
          </a:p>
        </p:txBody>
      </p:sp>
      <p:pic>
        <p:nvPicPr>
          <p:cNvPr id="26" name="Image 2" descr="preencoded.png">
            <a:extLst>
              <a:ext uri="{FF2B5EF4-FFF2-40B4-BE49-F238E27FC236}">
                <a16:creationId xmlns:a16="http://schemas.microsoft.com/office/drawing/2014/main" id="{96343125-4111-D283-0C54-7DE4CE4D028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3915" y="2654102"/>
            <a:ext cx="558786" cy="558800"/>
          </a:xfrm>
          <a:prstGeom prst="rect">
            <a:avLst/>
          </a:prstGeom>
        </p:spPr>
      </p:pic>
      <p:sp>
        <p:nvSpPr>
          <p:cNvPr id="30" name="Text 5">
            <a:extLst>
              <a:ext uri="{FF2B5EF4-FFF2-40B4-BE49-F238E27FC236}">
                <a16:creationId xmlns:a16="http://schemas.microsoft.com/office/drawing/2014/main" id="{75A2AF2C-8E7D-3BEA-9C17-D3CE9762F1EE}"/>
              </a:ext>
            </a:extLst>
          </p:cNvPr>
          <p:cNvSpPr/>
          <p:nvPr/>
        </p:nvSpPr>
        <p:spPr>
          <a:xfrm>
            <a:off x="7008935" y="2654102"/>
            <a:ext cx="1745016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kern="0" spc="-37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Direct Engagement</a:t>
            </a:r>
            <a:endParaRPr lang="en-US" sz="1850" b="1" dirty="0"/>
          </a:p>
        </p:txBody>
      </p:sp>
      <p:sp>
        <p:nvSpPr>
          <p:cNvPr id="34" name="Text 6">
            <a:extLst>
              <a:ext uri="{FF2B5EF4-FFF2-40B4-BE49-F238E27FC236}">
                <a16:creationId xmlns:a16="http://schemas.microsoft.com/office/drawing/2014/main" id="{08558655-AA05-006A-C58C-0A117C30E92D}"/>
              </a:ext>
            </a:extLst>
          </p:cNvPr>
          <p:cNvSpPr/>
          <p:nvPr/>
        </p:nvSpPr>
        <p:spPr>
          <a:xfrm>
            <a:off x="7008934" y="3358059"/>
            <a:ext cx="1981249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Connect with alumni or request mentorship with one click — no friction, no gatekeeping.</a:t>
            </a:r>
            <a:endParaRPr lang="en-US" sz="1450" dirty="0"/>
          </a:p>
        </p:txBody>
      </p:sp>
      <p:pic>
        <p:nvPicPr>
          <p:cNvPr id="38" name="Image 3" descr="preencoded.png">
            <a:extLst>
              <a:ext uri="{FF2B5EF4-FFF2-40B4-BE49-F238E27FC236}">
                <a16:creationId xmlns:a16="http://schemas.microsoft.com/office/drawing/2014/main" id="{6E70A4E2-6C64-DD0F-F257-470C5D8B179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26417" y="2678908"/>
            <a:ext cx="558786" cy="558800"/>
          </a:xfrm>
          <a:prstGeom prst="rect">
            <a:avLst/>
          </a:prstGeom>
        </p:spPr>
      </p:pic>
      <p:sp>
        <p:nvSpPr>
          <p:cNvPr id="42" name="Text 7">
            <a:extLst>
              <a:ext uri="{FF2B5EF4-FFF2-40B4-BE49-F238E27FC236}">
                <a16:creationId xmlns:a16="http://schemas.microsoft.com/office/drawing/2014/main" id="{480F3362-0A24-1816-D673-B1101E1769E3}"/>
              </a:ext>
            </a:extLst>
          </p:cNvPr>
          <p:cNvSpPr/>
          <p:nvPr/>
        </p:nvSpPr>
        <p:spPr>
          <a:xfrm>
            <a:off x="10021437" y="2678908"/>
            <a:ext cx="1745016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kern="0" spc="-37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Career Transparency</a:t>
            </a:r>
            <a:endParaRPr lang="en-US" sz="1850" b="1" dirty="0"/>
          </a:p>
        </p:txBody>
      </p:sp>
      <p:sp>
        <p:nvSpPr>
          <p:cNvPr id="46" name="Text 8">
            <a:extLst>
              <a:ext uri="{FF2B5EF4-FFF2-40B4-BE49-F238E27FC236}">
                <a16:creationId xmlns:a16="http://schemas.microsoft.com/office/drawing/2014/main" id="{4F09911B-35B7-2228-11AA-9131CDD6E7EA}"/>
              </a:ext>
            </a:extLst>
          </p:cNvPr>
          <p:cNvSpPr/>
          <p:nvPr/>
        </p:nvSpPr>
        <p:spPr>
          <a:xfrm>
            <a:off x="10021437" y="3382865"/>
            <a:ext cx="1981248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Alumni share current roles, achievements, and career paths to inspire and guide students.</a:t>
            </a:r>
            <a:endParaRPr lang="en-US" sz="1450" dirty="0"/>
          </a:p>
        </p:txBody>
      </p:sp>
    </p:spTree>
    <p:extLst>
      <p:ext uri="{BB962C8B-B14F-4D97-AF65-F5344CB8AC3E}">
        <p14:creationId xmlns:p14="http://schemas.microsoft.com/office/powerpoint/2010/main" val="57615740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5E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BDC1310-DE69-9BA9-A30E-92FD21BC4A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Image 0" descr="preencoded.png">
            <a:extLst>
              <a:ext uri="{FF2B5EF4-FFF2-40B4-BE49-F238E27FC236}">
                <a16:creationId xmlns:a16="http://schemas.microsoft.com/office/drawing/2014/main" id="{21CEE97B-86CE-AF39-DC13-68975999B8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96504" y="483295"/>
            <a:ext cx="4418398" cy="5891411"/>
          </a:xfrm>
          <a:prstGeom prst="rect">
            <a:avLst/>
          </a:prstGeom>
        </p:spPr>
      </p:pic>
      <p:sp>
        <p:nvSpPr>
          <p:cNvPr id="68" name="Text 1">
            <a:extLst>
              <a:ext uri="{FF2B5EF4-FFF2-40B4-BE49-F238E27FC236}">
                <a16:creationId xmlns:a16="http://schemas.microsoft.com/office/drawing/2014/main" id="{CC35B782-A6AB-E2A5-2216-4C573149E620}"/>
              </a:ext>
            </a:extLst>
          </p:cNvPr>
          <p:cNvSpPr/>
          <p:nvPr/>
        </p:nvSpPr>
        <p:spPr>
          <a:xfrm>
            <a:off x="661475" y="594221"/>
            <a:ext cx="6296860" cy="4799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000" kern="0" spc="-6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Engagement Features</a:t>
            </a:r>
            <a:endParaRPr lang="en-US" sz="3000" dirty="0"/>
          </a:p>
        </p:txBody>
      </p:sp>
      <p:sp>
        <p:nvSpPr>
          <p:cNvPr id="70" name="Shape 2">
            <a:extLst>
              <a:ext uri="{FF2B5EF4-FFF2-40B4-BE49-F238E27FC236}">
                <a16:creationId xmlns:a16="http://schemas.microsoft.com/office/drawing/2014/main" id="{244AA483-2FF9-A7AA-BA6C-0320990074C2}"/>
              </a:ext>
            </a:extLst>
          </p:cNvPr>
          <p:cNvSpPr/>
          <p:nvPr/>
        </p:nvSpPr>
        <p:spPr>
          <a:xfrm>
            <a:off x="661475" y="1261269"/>
            <a:ext cx="6296860" cy="4505920"/>
          </a:xfrm>
          <a:prstGeom prst="roundRect">
            <a:avLst>
              <a:gd name="adj" fmla="val 1432"/>
            </a:avLst>
          </a:prstGeom>
          <a:solidFill>
            <a:srgbClr val="F2EDE5"/>
          </a:solidFill>
          <a:ln w="6350">
            <a:solidFill>
              <a:srgbClr val="CCC4B8"/>
            </a:solidFill>
            <a:prstDash val="solid"/>
          </a:ln>
          <a:effectLst>
            <a:outerShdw blurRad="127" dist="20320" dir="2700000" algn="bl" rotWithShape="0">
              <a:srgbClr val="CCC4B8">
                <a:alpha val="100000"/>
              </a:srgbClr>
            </a:outerShdw>
          </a:effectLst>
        </p:spPr>
      </p:sp>
      <p:sp>
        <p:nvSpPr>
          <p:cNvPr id="72" name="Shape 3">
            <a:extLst>
              <a:ext uri="{FF2B5EF4-FFF2-40B4-BE49-F238E27FC236}">
                <a16:creationId xmlns:a16="http://schemas.microsoft.com/office/drawing/2014/main" id="{4EBDB174-06C3-6500-7DDD-EF525268B3A4}"/>
              </a:ext>
            </a:extLst>
          </p:cNvPr>
          <p:cNvSpPr/>
          <p:nvPr/>
        </p:nvSpPr>
        <p:spPr>
          <a:xfrm>
            <a:off x="667825" y="1267619"/>
            <a:ext cx="6284160" cy="1196677"/>
          </a:xfrm>
          <a:custGeom>
            <a:avLst/>
            <a:gdLst/>
            <a:ahLst/>
            <a:cxnLst/>
            <a:rect l="l" t="t" r="r" b="b"/>
            <a:pathLst>
              <a:path w="6284160" h="1196677">
                <a:moveTo>
                  <a:pt x="53752" y="0"/>
                </a:moveTo>
                <a:lnTo>
                  <a:pt x="6230408" y="0"/>
                </a:lnTo>
                <a:arcTo wR="53752" hR="53754" stAng="16200000" swAng="5400000"/>
                <a:lnTo>
                  <a:pt x="6284160" y="1196677"/>
                </a:lnTo>
                <a:lnTo>
                  <a:pt x="0" y="1196677"/>
                </a:lnTo>
                <a:lnTo>
                  <a:pt x="0" y="53754"/>
                </a:lnTo>
                <a:arcTo wR="53752" hR="53754" stAng="10800000" swAng="5400000"/>
                <a:close/>
              </a:path>
            </a:pathLst>
          </a:custGeom>
          <a:solidFill>
            <a:srgbClr val="F2EDE5"/>
          </a:solidFill>
          <a:ln/>
        </p:spPr>
      </p:sp>
      <p:sp>
        <p:nvSpPr>
          <p:cNvPr id="74" name="Text 4">
            <a:extLst>
              <a:ext uri="{FF2B5EF4-FFF2-40B4-BE49-F238E27FC236}">
                <a16:creationId xmlns:a16="http://schemas.microsoft.com/office/drawing/2014/main" id="{E3A460C7-18FD-42DD-0B9C-807BA7F1AEB3}"/>
              </a:ext>
            </a:extLst>
          </p:cNvPr>
          <p:cNvSpPr/>
          <p:nvPr/>
        </p:nvSpPr>
        <p:spPr>
          <a:xfrm>
            <a:off x="792540" y="1392337"/>
            <a:ext cx="6034730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kern="0" spc="-3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Mentorship</a:t>
            </a:r>
            <a:endParaRPr lang="en-US" sz="1500" dirty="0"/>
          </a:p>
        </p:txBody>
      </p:sp>
      <p:sp>
        <p:nvSpPr>
          <p:cNvPr id="76" name="Text 5">
            <a:extLst>
              <a:ext uri="{FF2B5EF4-FFF2-40B4-BE49-F238E27FC236}">
                <a16:creationId xmlns:a16="http://schemas.microsoft.com/office/drawing/2014/main" id="{A88FB515-733B-234A-288A-8F2F559E0B9A}"/>
              </a:ext>
            </a:extLst>
          </p:cNvPr>
          <p:cNvSpPr/>
          <p:nvPr/>
        </p:nvSpPr>
        <p:spPr>
          <a:xfrm>
            <a:off x="792540" y="1707059"/>
            <a:ext cx="6034730" cy="4452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Students discover and request guidance from alumni mentors in structured sessions.</a:t>
            </a:r>
            <a:endParaRPr lang="en-US" sz="1200" dirty="0"/>
          </a:p>
        </p:txBody>
      </p:sp>
      <p:sp>
        <p:nvSpPr>
          <p:cNvPr id="78" name="Shape 6">
            <a:extLst>
              <a:ext uri="{FF2B5EF4-FFF2-40B4-BE49-F238E27FC236}">
                <a16:creationId xmlns:a16="http://schemas.microsoft.com/office/drawing/2014/main" id="{CE12BFE1-0969-9050-A487-10F19E5424E4}"/>
              </a:ext>
            </a:extLst>
          </p:cNvPr>
          <p:cNvSpPr/>
          <p:nvPr/>
        </p:nvSpPr>
        <p:spPr>
          <a:xfrm>
            <a:off x="667825" y="2464296"/>
            <a:ext cx="6284160" cy="1161256"/>
          </a:xfrm>
          <a:prstGeom prst="rect">
            <a:avLst/>
          </a:prstGeom>
          <a:solidFill>
            <a:srgbClr val="F2EDE5"/>
          </a:solidFill>
          <a:ln/>
        </p:spPr>
      </p:sp>
      <p:sp>
        <p:nvSpPr>
          <p:cNvPr id="80" name="Shape 7">
            <a:extLst>
              <a:ext uri="{FF2B5EF4-FFF2-40B4-BE49-F238E27FC236}">
                <a16:creationId xmlns:a16="http://schemas.microsoft.com/office/drawing/2014/main" id="{FA8E07BE-4A90-3B8B-DDDF-B1C850D014BB}"/>
              </a:ext>
            </a:extLst>
          </p:cNvPr>
          <p:cNvSpPr/>
          <p:nvPr/>
        </p:nvSpPr>
        <p:spPr>
          <a:xfrm>
            <a:off x="667825" y="2464296"/>
            <a:ext cx="6284160" cy="19050"/>
          </a:xfrm>
          <a:prstGeom prst="roundRect">
            <a:avLst>
              <a:gd name="adj" fmla="val 49999"/>
            </a:avLst>
          </a:prstGeom>
          <a:solidFill>
            <a:srgbClr val="CCC4B8"/>
          </a:solidFill>
          <a:ln/>
        </p:spPr>
      </p:sp>
      <p:sp>
        <p:nvSpPr>
          <p:cNvPr id="82" name="Shape 8">
            <a:extLst>
              <a:ext uri="{FF2B5EF4-FFF2-40B4-BE49-F238E27FC236}">
                <a16:creationId xmlns:a16="http://schemas.microsoft.com/office/drawing/2014/main" id="{AD86AF94-D831-5025-9010-B37F7D51AED7}"/>
              </a:ext>
            </a:extLst>
          </p:cNvPr>
          <p:cNvSpPr/>
          <p:nvPr/>
        </p:nvSpPr>
        <p:spPr>
          <a:xfrm>
            <a:off x="3617921" y="2281882"/>
            <a:ext cx="383868" cy="383877"/>
          </a:xfrm>
          <a:prstGeom prst="roundRect">
            <a:avLst>
              <a:gd name="adj" fmla="val 16803"/>
            </a:avLst>
          </a:prstGeom>
          <a:solidFill>
            <a:srgbClr val="FDFBF7"/>
          </a:solidFill>
          <a:ln w="19050">
            <a:solidFill>
              <a:srgbClr val="CCC4B8"/>
            </a:solidFill>
            <a:prstDash val="solid"/>
          </a:ln>
          <a:effectLst>
            <a:outerShdw blurRad="127" dist="20320" dir="2700000" algn="bl" rotWithShape="0">
              <a:srgbClr val="CCC4B8">
                <a:alpha val="100000"/>
              </a:srgbClr>
            </a:outerShdw>
          </a:effectLst>
        </p:spPr>
      </p:sp>
      <p:pic>
        <p:nvPicPr>
          <p:cNvPr id="84" name="Image 1" descr="preencoded.png">
            <a:extLst>
              <a:ext uri="{FF2B5EF4-FFF2-40B4-BE49-F238E27FC236}">
                <a16:creationId xmlns:a16="http://schemas.microsoft.com/office/drawing/2014/main" id="{E3476FBD-3489-B0F3-80DE-BEE1C866EFE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713863" y="2377827"/>
            <a:ext cx="191884" cy="191889"/>
          </a:xfrm>
          <a:prstGeom prst="rect">
            <a:avLst/>
          </a:prstGeom>
        </p:spPr>
      </p:pic>
      <p:sp>
        <p:nvSpPr>
          <p:cNvPr id="86" name="Text 9">
            <a:extLst>
              <a:ext uri="{FF2B5EF4-FFF2-40B4-BE49-F238E27FC236}">
                <a16:creationId xmlns:a16="http://schemas.microsoft.com/office/drawing/2014/main" id="{AB978694-4FC5-9E5C-B458-75F9DD2A2DBF}"/>
              </a:ext>
            </a:extLst>
          </p:cNvPr>
          <p:cNvSpPr/>
          <p:nvPr/>
        </p:nvSpPr>
        <p:spPr>
          <a:xfrm>
            <a:off x="792540" y="2776240"/>
            <a:ext cx="6034730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kern="0" spc="-3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Events</a:t>
            </a:r>
            <a:endParaRPr lang="en-US" sz="1500" dirty="0"/>
          </a:p>
        </p:txBody>
      </p:sp>
      <p:sp>
        <p:nvSpPr>
          <p:cNvPr id="88" name="Text 10">
            <a:extLst>
              <a:ext uri="{FF2B5EF4-FFF2-40B4-BE49-F238E27FC236}">
                <a16:creationId xmlns:a16="http://schemas.microsoft.com/office/drawing/2014/main" id="{CCD9B97C-4E30-08DB-86F5-E76EF8930C78}"/>
              </a:ext>
            </a:extLst>
          </p:cNvPr>
          <p:cNvSpPr/>
          <p:nvPr/>
        </p:nvSpPr>
        <p:spPr>
          <a:xfrm>
            <a:off x="792540" y="3090962"/>
            <a:ext cx="6034730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Centralized discovery and registration for alumni and institutional events.</a:t>
            </a:r>
            <a:endParaRPr lang="en-US" sz="1200" dirty="0"/>
          </a:p>
        </p:txBody>
      </p:sp>
      <p:sp>
        <p:nvSpPr>
          <p:cNvPr id="90" name="Shape 11">
            <a:extLst>
              <a:ext uri="{FF2B5EF4-FFF2-40B4-BE49-F238E27FC236}">
                <a16:creationId xmlns:a16="http://schemas.microsoft.com/office/drawing/2014/main" id="{6E79E5D1-15C6-39AC-AF74-1EBF3D72F65A}"/>
              </a:ext>
            </a:extLst>
          </p:cNvPr>
          <p:cNvSpPr/>
          <p:nvPr/>
        </p:nvSpPr>
        <p:spPr>
          <a:xfrm>
            <a:off x="667825" y="3625552"/>
            <a:ext cx="6284160" cy="1161256"/>
          </a:xfrm>
          <a:prstGeom prst="rect">
            <a:avLst/>
          </a:prstGeom>
          <a:solidFill>
            <a:srgbClr val="F2EDE5"/>
          </a:solidFill>
          <a:ln/>
        </p:spPr>
      </p:sp>
      <p:sp>
        <p:nvSpPr>
          <p:cNvPr id="92" name="Shape 12">
            <a:extLst>
              <a:ext uri="{FF2B5EF4-FFF2-40B4-BE49-F238E27FC236}">
                <a16:creationId xmlns:a16="http://schemas.microsoft.com/office/drawing/2014/main" id="{EA183DDD-48B4-D54A-E460-98ABF4086784}"/>
              </a:ext>
            </a:extLst>
          </p:cNvPr>
          <p:cNvSpPr/>
          <p:nvPr/>
        </p:nvSpPr>
        <p:spPr>
          <a:xfrm>
            <a:off x="667825" y="3625552"/>
            <a:ext cx="6284160" cy="19050"/>
          </a:xfrm>
          <a:prstGeom prst="roundRect">
            <a:avLst>
              <a:gd name="adj" fmla="val 49999"/>
            </a:avLst>
          </a:prstGeom>
          <a:solidFill>
            <a:srgbClr val="CCC4B8"/>
          </a:solidFill>
          <a:ln/>
        </p:spPr>
      </p:sp>
      <p:sp>
        <p:nvSpPr>
          <p:cNvPr id="94" name="Shape 13">
            <a:extLst>
              <a:ext uri="{FF2B5EF4-FFF2-40B4-BE49-F238E27FC236}">
                <a16:creationId xmlns:a16="http://schemas.microsoft.com/office/drawing/2014/main" id="{89742D67-CC96-6B58-CE40-EB8DF2BBFB3F}"/>
              </a:ext>
            </a:extLst>
          </p:cNvPr>
          <p:cNvSpPr/>
          <p:nvPr/>
        </p:nvSpPr>
        <p:spPr>
          <a:xfrm>
            <a:off x="3617921" y="3443139"/>
            <a:ext cx="383868" cy="383877"/>
          </a:xfrm>
          <a:prstGeom prst="roundRect">
            <a:avLst>
              <a:gd name="adj" fmla="val 16803"/>
            </a:avLst>
          </a:prstGeom>
          <a:solidFill>
            <a:srgbClr val="FDFBF7"/>
          </a:solidFill>
          <a:ln w="19050">
            <a:solidFill>
              <a:srgbClr val="CCC4B8"/>
            </a:solidFill>
            <a:prstDash val="solid"/>
          </a:ln>
          <a:effectLst>
            <a:outerShdw blurRad="127" dist="20320" dir="2700000" algn="bl" rotWithShape="0">
              <a:srgbClr val="CCC4B8">
                <a:alpha val="100000"/>
              </a:srgbClr>
            </a:outerShdw>
          </a:effectLst>
        </p:spPr>
      </p:sp>
      <p:pic>
        <p:nvPicPr>
          <p:cNvPr id="96" name="Image 2" descr="preencoded.png">
            <a:extLst>
              <a:ext uri="{FF2B5EF4-FFF2-40B4-BE49-F238E27FC236}">
                <a16:creationId xmlns:a16="http://schemas.microsoft.com/office/drawing/2014/main" id="{FC03D2B5-B88D-80FD-88C4-365D3EF758C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713863" y="3539083"/>
            <a:ext cx="191884" cy="191889"/>
          </a:xfrm>
          <a:prstGeom prst="rect">
            <a:avLst/>
          </a:prstGeom>
        </p:spPr>
      </p:pic>
      <p:sp>
        <p:nvSpPr>
          <p:cNvPr id="98" name="Text 14">
            <a:extLst>
              <a:ext uri="{FF2B5EF4-FFF2-40B4-BE49-F238E27FC236}">
                <a16:creationId xmlns:a16="http://schemas.microsoft.com/office/drawing/2014/main" id="{04EFF207-5BF9-6185-7911-19EC8C4DAFEE}"/>
              </a:ext>
            </a:extLst>
          </p:cNvPr>
          <p:cNvSpPr/>
          <p:nvPr/>
        </p:nvSpPr>
        <p:spPr>
          <a:xfrm>
            <a:off x="792540" y="3937496"/>
            <a:ext cx="6034730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kern="0" spc="-3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Jobs</a:t>
            </a:r>
            <a:endParaRPr lang="en-US" sz="1500" dirty="0"/>
          </a:p>
        </p:txBody>
      </p:sp>
      <p:sp>
        <p:nvSpPr>
          <p:cNvPr id="100" name="Text 15">
            <a:extLst>
              <a:ext uri="{FF2B5EF4-FFF2-40B4-BE49-F238E27FC236}">
                <a16:creationId xmlns:a16="http://schemas.microsoft.com/office/drawing/2014/main" id="{C430D814-87C4-0FF7-FF3B-8F39941E03E6}"/>
              </a:ext>
            </a:extLst>
          </p:cNvPr>
          <p:cNvSpPr/>
          <p:nvPr/>
        </p:nvSpPr>
        <p:spPr>
          <a:xfrm>
            <a:off x="792540" y="4252218"/>
            <a:ext cx="6034730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Alumni post opportunities; students and alumni apply and connect directly.</a:t>
            </a:r>
            <a:endParaRPr lang="en-US" sz="1200" dirty="0"/>
          </a:p>
        </p:txBody>
      </p:sp>
      <p:sp>
        <p:nvSpPr>
          <p:cNvPr id="102" name="Shape 16">
            <a:extLst>
              <a:ext uri="{FF2B5EF4-FFF2-40B4-BE49-F238E27FC236}">
                <a16:creationId xmlns:a16="http://schemas.microsoft.com/office/drawing/2014/main" id="{D2009E40-F183-E078-551E-22F421CA16BB}"/>
              </a:ext>
            </a:extLst>
          </p:cNvPr>
          <p:cNvSpPr/>
          <p:nvPr/>
        </p:nvSpPr>
        <p:spPr>
          <a:xfrm>
            <a:off x="667825" y="4786809"/>
            <a:ext cx="6284160" cy="974030"/>
          </a:xfrm>
          <a:custGeom>
            <a:avLst/>
            <a:gdLst/>
            <a:ahLst/>
            <a:cxnLst/>
            <a:rect l="l" t="t" r="r" b="b"/>
            <a:pathLst>
              <a:path w="6284160" h="974030">
                <a:moveTo>
                  <a:pt x="0" y="0"/>
                </a:moveTo>
                <a:lnTo>
                  <a:pt x="6284160" y="0"/>
                </a:lnTo>
                <a:lnTo>
                  <a:pt x="6284160" y="920277"/>
                </a:lnTo>
                <a:arcTo wR="53752" hR="53754" stAng="0" swAng="5400000"/>
                <a:lnTo>
                  <a:pt x="53752" y="974030"/>
                </a:lnTo>
                <a:arcTo wR="53752" hR="53754" stAng="5400000" swAng="5400000"/>
                <a:lnTo>
                  <a:pt x="0" y="0"/>
                </a:lnTo>
                <a:close/>
              </a:path>
            </a:pathLst>
          </a:custGeom>
          <a:solidFill>
            <a:srgbClr val="F2EDE5"/>
          </a:solidFill>
          <a:ln/>
        </p:spPr>
      </p:sp>
      <p:sp>
        <p:nvSpPr>
          <p:cNvPr id="104" name="Shape 17">
            <a:extLst>
              <a:ext uri="{FF2B5EF4-FFF2-40B4-BE49-F238E27FC236}">
                <a16:creationId xmlns:a16="http://schemas.microsoft.com/office/drawing/2014/main" id="{D797ECD8-5F76-24A1-D927-329B6FB52440}"/>
              </a:ext>
            </a:extLst>
          </p:cNvPr>
          <p:cNvSpPr/>
          <p:nvPr/>
        </p:nvSpPr>
        <p:spPr>
          <a:xfrm>
            <a:off x="667825" y="4786809"/>
            <a:ext cx="6284160" cy="19050"/>
          </a:xfrm>
          <a:prstGeom prst="roundRect">
            <a:avLst>
              <a:gd name="adj" fmla="val 49999"/>
            </a:avLst>
          </a:prstGeom>
          <a:solidFill>
            <a:srgbClr val="CCC4B8"/>
          </a:solidFill>
          <a:ln/>
        </p:spPr>
      </p:sp>
      <p:sp>
        <p:nvSpPr>
          <p:cNvPr id="106" name="Shape 18">
            <a:extLst>
              <a:ext uri="{FF2B5EF4-FFF2-40B4-BE49-F238E27FC236}">
                <a16:creationId xmlns:a16="http://schemas.microsoft.com/office/drawing/2014/main" id="{BFD61960-5A2F-ADC1-8058-86D29250FD21}"/>
              </a:ext>
            </a:extLst>
          </p:cNvPr>
          <p:cNvSpPr/>
          <p:nvPr/>
        </p:nvSpPr>
        <p:spPr>
          <a:xfrm>
            <a:off x="3617921" y="4604395"/>
            <a:ext cx="383868" cy="383877"/>
          </a:xfrm>
          <a:prstGeom prst="roundRect">
            <a:avLst>
              <a:gd name="adj" fmla="val 16803"/>
            </a:avLst>
          </a:prstGeom>
          <a:solidFill>
            <a:srgbClr val="FDFBF7"/>
          </a:solidFill>
          <a:ln w="19050">
            <a:solidFill>
              <a:srgbClr val="CCC4B8"/>
            </a:solidFill>
            <a:prstDash val="solid"/>
          </a:ln>
          <a:effectLst>
            <a:outerShdw blurRad="127" dist="20320" dir="2700000" algn="bl" rotWithShape="0">
              <a:srgbClr val="CCC4B8">
                <a:alpha val="100000"/>
              </a:srgbClr>
            </a:outerShdw>
          </a:effectLst>
        </p:spPr>
      </p:sp>
      <p:pic>
        <p:nvPicPr>
          <p:cNvPr id="108" name="Image 3" descr="preencoded.png">
            <a:extLst>
              <a:ext uri="{FF2B5EF4-FFF2-40B4-BE49-F238E27FC236}">
                <a16:creationId xmlns:a16="http://schemas.microsoft.com/office/drawing/2014/main" id="{9142ED9C-5121-B801-DCAF-671E3299DAC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713863" y="4700339"/>
            <a:ext cx="191884" cy="191889"/>
          </a:xfrm>
          <a:prstGeom prst="rect">
            <a:avLst/>
          </a:prstGeom>
        </p:spPr>
      </p:pic>
      <p:sp>
        <p:nvSpPr>
          <p:cNvPr id="110" name="Text 19">
            <a:extLst>
              <a:ext uri="{FF2B5EF4-FFF2-40B4-BE49-F238E27FC236}">
                <a16:creationId xmlns:a16="http://schemas.microsoft.com/office/drawing/2014/main" id="{2340095F-F6A0-9D69-CAE1-73DEEE5A32B5}"/>
              </a:ext>
            </a:extLst>
          </p:cNvPr>
          <p:cNvSpPr/>
          <p:nvPr/>
        </p:nvSpPr>
        <p:spPr>
          <a:xfrm>
            <a:off x="792540" y="5098752"/>
            <a:ext cx="6034730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kern="0" spc="-3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Networking</a:t>
            </a:r>
            <a:endParaRPr lang="en-US" sz="1500" dirty="0"/>
          </a:p>
        </p:txBody>
      </p:sp>
      <p:sp>
        <p:nvSpPr>
          <p:cNvPr id="112" name="Text 20">
            <a:extLst>
              <a:ext uri="{FF2B5EF4-FFF2-40B4-BE49-F238E27FC236}">
                <a16:creationId xmlns:a16="http://schemas.microsoft.com/office/drawing/2014/main" id="{F35B0924-7142-2F98-9715-2772F79E442E}"/>
              </a:ext>
            </a:extLst>
          </p:cNvPr>
          <p:cNvSpPr/>
          <p:nvPr/>
        </p:nvSpPr>
        <p:spPr>
          <a:xfrm>
            <a:off x="792540" y="5413474"/>
            <a:ext cx="6034730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Professional profiles enabling meaningful student-alumni connections at scale.</a:t>
            </a:r>
            <a:endParaRPr lang="en-US" sz="1200" dirty="0"/>
          </a:p>
        </p:txBody>
      </p:sp>
      <p:sp>
        <p:nvSpPr>
          <p:cNvPr id="114" name="Text 21">
            <a:extLst>
              <a:ext uri="{FF2B5EF4-FFF2-40B4-BE49-F238E27FC236}">
                <a16:creationId xmlns:a16="http://schemas.microsoft.com/office/drawing/2014/main" id="{0B348A7B-04D7-439F-4F46-A833C7EDB850}"/>
              </a:ext>
            </a:extLst>
          </p:cNvPr>
          <p:cNvSpPr/>
          <p:nvPr/>
        </p:nvSpPr>
        <p:spPr>
          <a:xfrm>
            <a:off x="661475" y="5907484"/>
            <a:ext cx="6296860" cy="3561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21000"/>
              </a:lnSpc>
              <a:buNone/>
            </a:pPr>
            <a:r>
              <a:rPr lang="en-US" sz="950" i="1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These features drive alumni engagement; the core purpose remains centralized data management and institutional connectivity.</a:t>
            </a:r>
            <a:endParaRPr lang="en-US" sz="950" dirty="0"/>
          </a:p>
        </p:txBody>
      </p:sp>
    </p:spTree>
    <p:extLst>
      <p:ext uri="{BB962C8B-B14F-4D97-AF65-F5344CB8AC3E}">
        <p14:creationId xmlns:p14="http://schemas.microsoft.com/office/powerpoint/2010/main" val="197091863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5E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3D46C54-319A-E564-9E25-D0075944DD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C0771BFF-EAF2-F90B-24C0-939AC664818B}"/>
              </a:ext>
            </a:extLst>
          </p:cNvPr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0A66C2"/>
          </a:solidFill>
          <a:ln/>
        </p:spPr>
      </p:sp>
      <p:pic>
        <p:nvPicPr>
          <p:cNvPr id="3" name="Image 0" descr="/home/claude/alumniconnect-ppt/icons/literature.png">
            <a:extLst>
              <a:ext uri="{FF2B5EF4-FFF2-40B4-BE49-F238E27FC236}">
                <a16:creationId xmlns:a16="http://schemas.microsoft.com/office/drawing/2014/main" id="{6B470A07-D997-9016-8968-CAAD018AA5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703" y="638983"/>
            <a:ext cx="294803" cy="294803"/>
          </a:xfrm>
          <a:prstGeom prst="rect">
            <a:avLst/>
          </a:prstGeom>
        </p:spPr>
      </p:pic>
      <p:sp>
        <p:nvSpPr>
          <p:cNvPr id="4" name="Text 1">
            <a:extLst>
              <a:ext uri="{FF2B5EF4-FFF2-40B4-BE49-F238E27FC236}">
                <a16:creationId xmlns:a16="http://schemas.microsoft.com/office/drawing/2014/main" id="{BA994CCE-87CF-486D-97BA-492D0A7AC250}"/>
              </a:ext>
            </a:extLst>
          </p:cNvPr>
          <p:cNvSpPr txBox="1"/>
          <p:nvPr/>
        </p:nvSpPr>
        <p:spPr>
          <a:xfrm>
            <a:off x="1234440" y="45720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3000" dirty="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6AFE1AB0-AF79-6C14-92D1-A82E847FE925}"/>
              </a:ext>
            </a:extLst>
          </p:cNvPr>
          <p:cNvSpPr txBox="1"/>
          <p:nvPr/>
        </p:nvSpPr>
        <p:spPr>
          <a:xfrm>
            <a:off x="1234440" y="102412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 REVIEWED FOR THIS SYNOPSIS</a:t>
            </a:r>
            <a:endParaRPr lang="en-US" sz="1100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9668EB7F-BEFA-F299-8B17-68A574F09C8A}"/>
              </a:ext>
            </a:extLst>
          </p:cNvPr>
          <p:cNvSpPr txBox="1"/>
          <p:nvPr/>
        </p:nvSpPr>
        <p:spPr>
          <a:xfrm>
            <a:off x="548640" y="1600200"/>
            <a:ext cx="1106424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300"/>
              </a:spcAft>
              <a:buSzPct val="100000"/>
              <a:buChar char="•"/>
            </a:pPr>
            <a:r>
              <a:rPr lang="en-US" sz="130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Mukherjee, S., Roy, D. et al. “Centralized Alumni Management System (CAMS) — A Prototype Proposal.” IEEE Conference Publication.</a:t>
            </a:r>
            <a:endParaRPr lang="en-US" sz="1300" dirty="0"/>
          </a:p>
          <a:p>
            <a:pPr marL="228600" indent="-228600">
              <a:lnSpc>
                <a:spcPct val="115000"/>
              </a:lnSpc>
              <a:spcAft>
                <a:spcPts val="1300"/>
              </a:spcAft>
              <a:buSzPct val="100000"/>
              <a:buChar char="•"/>
            </a:pPr>
            <a:r>
              <a:rPr lang="en-US" sz="130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“Design and Implementation of an Alumni Management System,” Aleksander Moisiu University (UAMD). IEEE Conference Publication, 2023.</a:t>
            </a:r>
            <a:endParaRPr lang="en-US" sz="1300" dirty="0"/>
          </a:p>
          <a:p>
            <a:pPr marL="228600" indent="-228600">
              <a:lnSpc>
                <a:spcPct val="115000"/>
              </a:lnSpc>
              <a:spcAft>
                <a:spcPts val="1300"/>
              </a:spcAft>
              <a:buSzPct val="100000"/>
              <a:buChar char="•"/>
            </a:pPr>
            <a:r>
              <a:rPr lang="en-US" sz="130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“CAs Based Student-Alumni Management System.” IEEE Conference Publication.</a:t>
            </a:r>
            <a:endParaRPr lang="en-US" sz="1300" dirty="0"/>
          </a:p>
          <a:p>
            <a:pPr marL="228600" indent="-228600">
              <a:lnSpc>
                <a:spcPct val="115000"/>
              </a:lnSpc>
              <a:spcAft>
                <a:spcPts val="1300"/>
              </a:spcAft>
              <a:buSzPct val="100000"/>
              <a:buChar char="•"/>
            </a:pPr>
            <a:r>
              <a:rPr lang="en-US" sz="130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“Reconnecting with Alumni.” International Research Journal of Modernization in Engineering, Technology and Science (IRJMETS), 2025.</a:t>
            </a:r>
            <a:endParaRPr lang="en-US" sz="1300" dirty="0"/>
          </a:p>
          <a:p>
            <a:pPr marL="228600" indent="-228600">
              <a:lnSpc>
                <a:spcPct val="115000"/>
              </a:lnSpc>
              <a:spcAft>
                <a:spcPts val="1300"/>
              </a:spcAft>
              <a:buSzPct val="100000"/>
              <a:buChar char="•"/>
            </a:pPr>
            <a:r>
              <a:rPr lang="en-US" sz="130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“Alumni Engagement in Higher Education Institutions: A Comprehensive Systematic Literature Review (SLR).” ResearchGate, 2026.</a:t>
            </a:r>
            <a:endParaRPr lang="en-US" sz="1300" dirty="0"/>
          </a:p>
          <a:p>
            <a:pPr marL="228600" indent="-228600">
              <a:lnSpc>
                <a:spcPct val="115000"/>
              </a:lnSpc>
              <a:spcAft>
                <a:spcPts val="1300"/>
              </a:spcAft>
              <a:buSzPct val="100000"/>
              <a:buChar char="•"/>
            </a:pPr>
            <a:r>
              <a:rPr lang="en-US" sz="130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“Digital Platform for Centralized Alumni Data Management and Engagement.” ResearchGate, 2026.</a:t>
            </a:r>
            <a:endParaRPr lang="en-US" sz="1300" dirty="0"/>
          </a:p>
          <a:p>
            <a:pPr marL="228600" indent="-228600">
              <a:lnSpc>
                <a:spcPct val="115000"/>
              </a:lnSpc>
              <a:spcAft>
                <a:spcPts val="1300"/>
              </a:spcAft>
              <a:buSzPct val="100000"/>
              <a:buChar char="•"/>
            </a:pPr>
            <a:r>
              <a:rPr lang="en-US" sz="130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Almabase. “Alumni Management Software: Best Platforms Compared” and “Choosing the Right Alumni Management Software (2026 Guide).” almabase.com/blog.</a:t>
            </a:r>
            <a:endParaRPr lang="en-US" sz="1300" dirty="0"/>
          </a:p>
          <a:p>
            <a:pPr marL="228600" indent="-228600">
              <a:lnSpc>
                <a:spcPct val="115000"/>
              </a:lnSpc>
              <a:spcAft>
                <a:spcPts val="1300"/>
              </a:spcAft>
              <a:buSzPct val="100000"/>
              <a:buChar char="•"/>
            </a:pPr>
            <a:r>
              <a:rPr lang="en-US" sz="130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Gravyty. “Graduway vs. Almabase vs. Hivebrite: Choosing the Right Alumni Engagement Software.” gravyty.com/blog.</a:t>
            </a:r>
            <a:endParaRPr lang="en-US" sz="1300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88A528AA-3CB6-776F-00F1-1111DEF15DFC}"/>
              </a:ext>
            </a:extLst>
          </p:cNvPr>
          <p:cNvSpPr txBox="1"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52897174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5E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F10F9C9-59D5-689C-2444-986C0CEE07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4">
            <a:extLst>
              <a:ext uri="{FF2B5EF4-FFF2-40B4-BE49-F238E27FC236}">
                <a16:creationId xmlns:a16="http://schemas.microsoft.com/office/drawing/2014/main" id="{FF8D0465-BDDC-8317-B537-4832473E44B6}"/>
              </a:ext>
            </a:extLst>
          </p:cNvPr>
          <p:cNvSpPr txBox="1"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B60A4D4-8ABF-ACBE-96FA-D885CFE8D757}"/>
              </a:ext>
            </a:extLst>
          </p:cNvPr>
          <p:cNvSpPr txBox="1"/>
          <p:nvPr/>
        </p:nvSpPr>
        <p:spPr>
          <a:xfrm>
            <a:off x="2415540" y="2345576"/>
            <a:ext cx="7360920" cy="186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500" dirty="0"/>
              <a:t>THANK YOU</a:t>
            </a:r>
            <a:endParaRPr lang="hi-IN" sz="11500" dirty="0"/>
          </a:p>
        </p:txBody>
      </p:sp>
    </p:spTree>
    <p:extLst>
      <p:ext uri="{BB962C8B-B14F-4D97-AF65-F5344CB8AC3E}">
        <p14:creationId xmlns:p14="http://schemas.microsoft.com/office/powerpoint/2010/main" val="115742450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1776</TotalTime>
  <Words>1014</Words>
  <Application>Microsoft Office PowerPoint</Application>
  <PresentationFormat>Widescreen</PresentationFormat>
  <Paragraphs>143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Arial</vt:lpstr>
      <vt:lpstr>Calibri</vt:lpstr>
      <vt:lpstr>Noto Serif</vt:lpstr>
      <vt:lpstr>Noto Serif Bold</vt:lpstr>
      <vt:lpstr>Noto Serif Medium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Mr. Aryan</cp:lastModifiedBy>
  <cp:revision>2</cp:revision>
  <dcterms:created xsi:type="dcterms:W3CDTF">2026-09-02T10:31:15Z</dcterms:created>
  <dcterms:modified xsi:type="dcterms:W3CDTF">2026-09-09T15:14:33Z</dcterms:modified>
</cp:coreProperties>
</file>